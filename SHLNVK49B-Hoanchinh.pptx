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2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6.svg" ContentType="image/svg+xml"/>
  <Override PartName="/ppt/media/image72.svg" ContentType="image/svg+xml"/>
  <Override PartName="/ppt/media/image75.svg" ContentType="image/svg+xml"/>
  <Override PartName="/ppt/media/image7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7"/>
  </p:notesMasterIdLst>
  <p:sldIdLst>
    <p:sldId id="257" r:id="rId4"/>
    <p:sldId id="289" r:id="rId5"/>
    <p:sldId id="279" r:id="rId6"/>
    <p:sldId id="272" r:id="rId8"/>
    <p:sldId id="273" r:id="rId9"/>
    <p:sldId id="274" r:id="rId10"/>
    <p:sldId id="275" r:id="rId11"/>
    <p:sldId id="277" r:id="rId12"/>
    <p:sldId id="280" r:id="rId13"/>
    <p:sldId id="281" r:id="rId14"/>
    <p:sldId id="282" r:id="rId15"/>
    <p:sldId id="283" r:id="rId16"/>
    <p:sldId id="285" r:id="rId17"/>
    <p:sldId id="256" r:id="rId18"/>
  </p:sldIdLst>
  <p:sldSz cx="18288000" cy="10287000"/>
  <p:notesSz cx="6858000" cy="9144000"/>
  <p:embeddedFontLst>
    <p:embeddedFont>
      <p:font typeface="Source Sans Pro Black" panose="020B0803030403020204" pitchFamily="34" charset="0"/>
      <p:bold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Open Sans ExtraBold" panose="020B0906030804020204" pitchFamily="34" charset="0"/>
      <p:bold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  <p:embeddedFont>
      <p:font typeface="Microsoft YaHei" panose="020B0503020204020204" charset="-122"/>
      <p:regular r:id="rId32"/>
      <p:bold r:id="rId33"/>
    </p:embeddedFont>
    <p:embeddedFont>
      <p:font typeface="Sitka Subheading Semibold" charset="0"/>
      <p:bold r:id="rId34"/>
    </p:embeddedFont>
    <p:embeddedFont>
      <p:font typeface="Sitka Text Semibold" charset="0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8B7C"/>
    <a:srgbClr val="07545E"/>
    <a:srgbClr val="FDDBDF"/>
    <a:srgbClr val="FCBBC3"/>
    <a:srgbClr val="FFF7E0"/>
    <a:srgbClr val="C9E4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35" d="100"/>
          <a:sy n="35" d="100"/>
        </p:scale>
        <p:origin x="1108" y="32"/>
      </p:cViewPr>
      <p:guideLst>
        <p:guide orient="horz" pos="222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Google Shape;1015;p78"/>
          <p:cNvSpPr txBox="1"/>
          <p:nvPr userDrawn="1"/>
        </p:nvSpPr>
        <p:spPr>
          <a:xfrm rot="1336">
            <a:off x="-1938457" y="190876"/>
            <a:ext cx="1938327" cy="67109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1400" i="0">
                <a:solidFill>
                  <a:schemeClr val="accent6">
                    <a:lumMod val="90000"/>
                  </a:schemeClr>
                </a:solidFill>
              </a:rPr>
              <a:t>Tiktok: Coquyen78</a:t>
            </a:r>
            <a:endParaRPr lang="en-US" sz="1400" i="0">
              <a:solidFill>
                <a:schemeClr val="accent6">
                  <a:lumMod val="90000"/>
                </a:schemeClr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1400" i="0">
                <a:solidFill>
                  <a:schemeClr val="accent6">
                    <a:lumMod val="90000"/>
                  </a:schemeClr>
                </a:solidFill>
              </a:rPr>
              <a:t>Zalo 0975725764</a:t>
            </a:r>
            <a:endParaRPr lang="en-US" sz="1400" i="0">
              <a:solidFill>
                <a:schemeClr val="accent6">
                  <a:lumMod val="90000"/>
                </a:schemeClr>
              </a:solidFill>
            </a:endParaRPr>
          </a:p>
          <a:p>
            <a:pPr algn="ctr"/>
            <a:endParaRPr lang="en-US" sz="1600">
              <a:solidFill>
                <a:schemeClr val="accent6">
                  <a:lumMod val="9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Google Shape;1015;p78"/>
          <p:cNvSpPr txBox="1"/>
          <p:nvPr userDrawn="1"/>
        </p:nvSpPr>
        <p:spPr>
          <a:xfrm rot="1336">
            <a:off x="-374349" y="10287377"/>
            <a:ext cx="1938327" cy="67109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1400" i="0">
                <a:solidFill>
                  <a:schemeClr val="accent6">
                    <a:lumMod val="90000"/>
                  </a:schemeClr>
                </a:solidFill>
              </a:rPr>
              <a:t>Tiktok: Coquyen78</a:t>
            </a:r>
            <a:endParaRPr lang="en-US" sz="1400" i="0">
              <a:solidFill>
                <a:schemeClr val="accent6">
                  <a:lumMod val="90000"/>
                </a:schemeClr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1400" i="0">
                <a:solidFill>
                  <a:schemeClr val="accent6">
                    <a:lumMod val="90000"/>
                  </a:schemeClr>
                </a:solidFill>
              </a:rPr>
              <a:t>Zalo 0975725764</a:t>
            </a:r>
            <a:endParaRPr lang="en-US" sz="1400" i="0">
              <a:solidFill>
                <a:schemeClr val="accent6">
                  <a:lumMod val="90000"/>
                </a:schemeClr>
              </a:solidFill>
            </a:endParaRPr>
          </a:p>
          <a:p>
            <a:pPr algn="ctr"/>
            <a:endParaRPr lang="en-US" sz="1600">
              <a:solidFill>
                <a:schemeClr val="accent6">
                  <a:lumMod val="9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Google Shape;1015;p78"/>
          <p:cNvSpPr txBox="1"/>
          <p:nvPr userDrawn="1"/>
        </p:nvSpPr>
        <p:spPr>
          <a:xfrm rot="1336">
            <a:off x="-374349" y="10287377"/>
            <a:ext cx="1938327" cy="67109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1400" i="0">
                <a:solidFill>
                  <a:schemeClr val="accent6">
                    <a:lumMod val="90000"/>
                  </a:schemeClr>
                </a:solidFill>
              </a:rPr>
              <a:t>Tiktok: Coquyen78</a:t>
            </a:r>
            <a:endParaRPr lang="en-US" sz="1400" i="0">
              <a:solidFill>
                <a:schemeClr val="accent6">
                  <a:lumMod val="90000"/>
                </a:schemeClr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1400" i="0">
                <a:solidFill>
                  <a:schemeClr val="accent6">
                    <a:lumMod val="90000"/>
                  </a:schemeClr>
                </a:solidFill>
              </a:rPr>
              <a:t>Zalo 0975725764</a:t>
            </a:r>
            <a:endParaRPr lang="en-US" sz="1400" i="0">
              <a:solidFill>
                <a:schemeClr val="accent6">
                  <a:lumMod val="90000"/>
                </a:schemeClr>
              </a:solidFill>
            </a:endParaRPr>
          </a:p>
          <a:p>
            <a:pPr algn="ctr"/>
            <a:endParaRPr lang="en-US" sz="1600">
              <a:solidFill>
                <a:schemeClr val="accent6">
                  <a:lumMod val="9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GIF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22.sv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svg"/><Relationship Id="rId11" Type="http://schemas.openxmlformats.org/officeDocument/2006/relationships/image" Target="../media/image18.png"/><Relationship Id="rId10" Type="http://schemas.openxmlformats.org/officeDocument/2006/relationships/image" Target="../media/image17.sv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slide" Target="slide5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slide" Target="slide4.xml"/><Relationship Id="rId4" Type="http://schemas.openxmlformats.org/officeDocument/2006/relationships/image" Target="../media/image24.png"/><Relationship Id="rId37" Type="http://schemas.openxmlformats.org/officeDocument/2006/relationships/notesSlide" Target="../notesSlides/notesSlide1.xml"/><Relationship Id="rId36" Type="http://schemas.openxmlformats.org/officeDocument/2006/relationships/slideLayout" Target="../slideLayouts/slideLayout7.xml"/><Relationship Id="rId35" Type="http://schemas.openxmlformats.org/officeDocument/2006/relationships/audio" Target="../media/audio1.wav"/><Relationship Id="rId34" Type="http://schemas.openxmlformats.org/officeDocument/2006/relationships/image" Target="../media/image44.svg"/><Relationship Id="rId33" Type="http://schemas.openxmlformats.org/officeDocument/2006/relationships/image" Target="../media/image43.png"/><Relationship Id="rId32" Type="http://schemas.openxmlformats.org/officeDocument/2006/relationships/slide" Target="slide7.xml"/><Relationship Id="rId31" Type="http://schemas.openxmlformats.org/officeDocument/2006/relationships/image" Target="../media/image42.svg"/><Relationship Id="rId30" Type="http://schemas.openxmlformats.org/officeDocument/2006/relationships/image" Target="../media/image41.png"/><Relationship Id="rId3" Type="http://schemas.openxmlformats.org/officeDocument/2006/relationships/image" Target="../media/image6.svg"/><Relationship Id="rId29" Type="http://schemas.openxmlformats.org/officeDocument/2006/relationships/slide" Target="slide14.xml"/><Relationship Id="rId28" Type="http://schemas.openxmlformats.org/officeDocument/2006/relationships/image" Target="../media/image40.svg"/><Relationship Id="rId27" Type="http://schemas.openxmlformats.org/officeDocument/2006/relationships/image" Target="../media/image39.png"/><Relationship Id="rId26" Type="http://schemas.openxmlformats.org/officeDocument/2006/relationships/slide" Target="slide12.xml"/><Relationship Id="rId25" Type="http://schemas.openxmlformats.org/officeDocument/2006/relationships/image" Target="../media/image38.svg"/><Relationship Id="rId24" Type="http://schemas.openxmlformats.org/officeDocument/2006/relationships/image" Target="../media/image37.png"/><Relationship Id="rId23" Type="http://schemas.openxmlformats.org/officeDocument/2006/relationships/slide" Target="slide11.xml"/><Relationship Id="rId22" Type="http://schemas.openxmlformats.org/officeDocument/2006/relationships/image" Target="../media/image36.svg"/><Relationship Id="rId21" Type="http://schemas.openxmlformats.org/officeDocument/2006/relationships/image" Target="../media/image35.png"/><Relationship Id="rId20" Type="http://schemas.openxmlformats.org/officeDocument/2006/relationships/slide" Target="slide10.xml"/><Relationship Id="rId2" Type="http://schemas.openxmlformats.org/officeDocument/2006/relationships/image" Target="../media/image23.png"/><Relationship Id="rId19" Type="http://schemas.openxmlformats.org/officeDocument/2006/relationships/image" Target="../media/image34.svg"/><Relationship Id="rId18" Type="http://schemas.openxmlformats.org/officeDocument/2006/relationships/image" Target="../media/image33.png"/><Relationship Id="rId17" Type="http://schemas.openxmlformats.org/officeDocument/2006/relationships/slide" Target="slide8.xml"/><Relationship Id="rId16" Type="http://schemas.openxmlformats.org/officeDocument/2006/relationships/image" Target="../media/image32.svg"/><Relationship Id="rId15" Type="http://schemas.openxmlformats.org/officeDocument/2006/relationships/image" Target="../media/image31.png"/><Relationship Id="rId14" Type="http://schemas.openxmlformats.org/officeDocument/2006/relationships/slide" Target="slide9.xml"/><Relationship Id="rId13" Type="http://schemas.openxmlformats.org/officeDocument/2006/relationships/image" Target="../media/image30.svg"/><Relationship Id="rId12" Type="http://schemas.openxmlformats.org/officeDocument/2006/relationships/image" Target="../media/image29.png"/><Relationship Id="rId11" Type="http://schemas.openxmlformats.org/officeDocument/2006/relationships/slide" Target="slide6.xml"/><Relationship Id="rId10" Type="http://schemas.openxmlformats.org/officeDocument/2006/relationships/image" Target="../media/image28.svg"/><Relationship Id="rId1" Type="http://schemas.openxmlformats.org/officeDocument/2006/relationships/slide" Target="slide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GIF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slide" Target="slide3.xml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1.jpe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26.svg"/><Relationship Id="rId1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28.svg"/><Relationship Id="rId6" Type="http://schemas.openxmlformats.org/officeDocument/2006/relationships/image" Target="../media/image52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4.pn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30.svg"/><Relationship Id="rId6" Type="http://schemas.openxmlformats.org/officeDocument/2006/relationships/image" Target="../media/image55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6.pn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44.svg"/><Relationship Id="rId6" Type="http://schemas.openxmlformats.org/officeDocument/2006/relationships/image" Target="../media/image57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8.pn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34.svg"/><Relationship Id="rId6" Type="http://schemas.openxmlformats.org/officeDocument/2006/relationships/image" Target="../media/image59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0.pn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32.svg"/><Relationship Id="rId6" Type="http://schemas.openxmlformats.org/officeDocument/2006/relationships/image" Target="../media/image61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2.pn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36.svg"/><Relationship Id="rId6" Type="http://schemas.openxmlformats.org/officeDocument/2006/relationships/image" Target="../media/image63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4.jpe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38.svg"/><Relationship Id="rId6" Type="http://schemas.openxmlformats.org/officeDocument/2006/relationships/image" Target="../media/image65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66.jpeg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slide" Target="slide3.xml"/><Relationship Id="rId7" Type="http://schemas.openxmlformats.org/officeDocument/2006/relationships/image" Target="../media/image40.svg"/><Relationship Id="rId6" Type="http://schemas.openxmlformats.org/officeDocument/2006/relationships/image" Target="../media/image67.png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8.png"/><Relationship Id="rId13" Type="http://schemas.openxmlformats.org/officeDocument/2006/relationships/image" Target="../media/image50.png"/><Relationship Id="rId12" Type="http://schemas.microsoft.com/office/2007/relationships/media" Target="../media/media1.mp4"/><Relationship Id="rId11" Type="http://schemas.openxmlformats.org/officeDocument/2006/relationships/video" Target="../media/media1.mp4"/><Relationship Id="rId10" Type="http://schemas.openxmlformats.org/officeDocument/2006/relationships/image" Target="../media/image47.sv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svg"/><Relationship Id="rId8" Type="http://schemas.openxmlformats.org/officeDocument/2006/relationships/image" Target="../media/image53.png"/><Relationship Id="rId7" Type="http://schemas.openxmlformats.org/officeDocument/2006/relationships/slide" Target="slide3.xml"/><Relationship Id="rId6" Type="http://schemas.openxmlformats.org/officeDocument/2006/relationships/slide" Target="slide8.xml"/><Relationship Id="rId5" Type="http://schemas.openxmlformats.org/officeDocument/2006/relationships/image" Target="../media/image48.GIF"/><Relationship Id="rId4" Type="http://schemas.openxmlformats.org/officeDocument/2006/relationships/image" Target="../media/image6.svg"/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9.jpeg"/><Relationship Id="rId12" Type="http://schemas.openxmlformats.org/officeDocument/2006/relationships/image" Target="../media/image50.png"/><Relationship Id="rId11" Type="http://schemas.microsoft.com/office/2007/relationships/media" Target="../media/media1.mp4"/><Relationship Id="rId10" Type="http://schemas.openxmlformats.org/officeDocument/2006/relationships/video" Target="../media/media1.mp4"/><Relationship Id="rId1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svg"/><Relationship Id="rId8" Type="http://schemas.openxmlformats.org/officeDocument/2006/relationships/image" Target="../media/image74.png"/><Relationship Id="rId7" Type="http://schemas.openxmlformats.org/officeDocument/2006/relationships/image" Target="../media/image6.svg"/><Relationship Id="rId6" Type="http://schemas.openxmlformats.org/officeDocument/2006/relationships/image" Target="../media/image23.png"/><Relationship Id="rId5" Type="http://schemas.openxmlformats.org/officeDocument/2006/relationships/image" Target="../media/image2.svg"/><Relationship Id="rId4" Type="http://schemas.openxmlformats.org/officeDocument/2006/relationships/image" Target="../media/image73.png"/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8.GIF"/><Relationship Id="rId11" Type="http://schemas.openxmlformats.org/officeDocument/2006/relationships/image" Target="../media/image77.svg"/><Relationship Id="rId10" Type="http://schemas.openxmlformats.org/officeDocument/2006/relationships/image" Target="../media/image76.png"/><Relationship Id="rId1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/>
          <p:cNvSpPr/>
          <p:nvPr/>
        </p:nvSpPr>
        <p:spPr>
          <a:xfrm>
            <a:off x="2252500" y="1028700"/>
            <a:ext cx="13783001" cy="8229600"/>
          </a:xfrm>
          <a:custGeom>
            <a:avLst/>
            <a:gdLst/>
            <a:ahLst/>
            <a:cxnLst/>
            <a:rect l="l" t="t" r="r" b="b"/>
            <a:pathLst>
              <a:path w="13783001" h="8229600">
                <a:moveTo>
                  <a:pt x="0" y="0"/>
                </a:moveTo>
                <a:lnTo>
                  <a:pt x="13783000" y="0"/>
                </a:lnTo>
                <a:lnTo>
                  <a:pt x="13783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6613" y="-755909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</p:sp>
      <p:sp>
        <p:nvSpPr>
          <p:cNvPr id="13" name="Freeform 3"/>
          <p:cNvSpPr/>
          <p:nvPr/>
        </p:nvSpPr>
        <p:spPr>
          <a:xfrm flipH="1">
            <a:off x="-327648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</p:sp>
      <p:grpSp>
        <p:nvGrpSpPr>
          <p:cNvPr id="18" name="Group 17"/>
          <p:cNvGrpSpPr/>
          <p:nvPr/>
        </p:nvGrpSpPr>
        <p:grpSpPr>
          <a:xfrm>
            <a:off x="3204515" y="2366906"/>
            <a:ext cx="11878971" cy="4773773"/>
            <a:chOff x="3204515" y="2366906"/>
            <a:chExt cx="11878971" cy="4773773"/>
          </a:xfrm>
        </p:grpSpPr>
        <p:sp>
          <p:nvSpPr>
            <p:cNvPr id="14" name="TextBox 16"/>
            <p:cNvSpPr txBox="1"/>
            <p:nvPr/>
          </p:nvSpPr>
          <p:spPr>
            <a:xfrm>
              <a:off x="3204515" y="2366906"/>
              <a:ext cx="11878971" cy="27765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309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6600" b="0" i="0" u="none" strike="noStrike" kern="1200" cap="none" spc="0" normalizeH="0" baseline="0" noProof="0">
                  <a:ln>
                    <a:noFill/>
                  </a:ln>
                  <a:solidFill>
                    <a:srgbClr val="6B452F"/>
                  </a:solidFill>
                  <a:effectLst/>
                  <a:uLnTx/>
                  <a:uFillTx/>
                  <a:latin typeface="Source Sans Pro Black" panose="020B0803030403020204" pitchFamily="34" charset="0"/>
                  <a:ea typeface="Source Sans Pro Black" panose="020B0803030403020204" pitchFamily="34" charset="0"/>
                  <a:cs typeface="Stella"/>
                  <a:sym typeface="Stella"/>
                </a:rPr>
                <a:t>TRÒ CHƠI</a:t>
              </a:r>
              <a:endParaRPr kumimoji="0" lang="en-US" sz="16600" b="0" i="0" u="none" strike="noStrike" kern="1200" cap="none" spc="0" normalizeH="0" baseline="0" noProof="0">
                <a:ln>
                  <a:noFill/>
                </a:ln>
                <a:solidFill>
                  <a:srgbClr val="6B452F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Stella"/>
                <a:sym typeface="Stella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3735171" y="4457700"/>
              <a:ext cx="10817647" cy="2682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309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3800">
                  <a:solidFill>
                    <a:srgbClr val="6B452F"/>
                  </a:solidFill>
                  <a:latin typeface="Source Sans Pro Black" panose="020B0803030403020204" pitchFamily="34" charset="0"/>
                  <a:ea typeface="Source Sans Pro Black" panose="020B0803030403020204" pitchFamily="34" charset="0"/>
                  <a:cs typeface="Stella"/>
                  <a:sym typeface="Stella"/>
                </a:rPr>
                <a:t>Ô CHỮ BÍ ẨN</a:t>
              </a:r>
              <a:endParaRPr kumimoji="0" lang="en-US" sz="13800" b="0" i="0" u="none" strike="noStrike" kern="1200" cap="none" spc="0" normalizeH="0" baseline="0" noProof="0">
                <a:ln>
                  <a:noFill/>
                </a:ln>
                <a:solidFill>
                  <a:srgbClr val="6B452F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Stella"/>
                <a:sym typeface="Stella"/>
              </a:endParaRPr>
            </a:p>
          </p:txBody>
        </p:sp>
      </p:grpSp>
      <p:sp>
        <p:nvSpPr>
          <p:cNvPr id="19" name="Freeform 6"/>
          <p:cNvSpPr/>
          <p:nvPr/>
        </p:nvSpPr>
        <p:spPr>
          <a:xfrm>
            <a:off x="510322" y="5427810"/>
            <a:ext cx="2483514" cy="4114800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20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5064579" y="4787086"/>
            <a:ext cx="4053756" cy="53338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65237" y="7140679"/>
            <a:ext cx="4998163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3"/>
          <p:cNvSpPr/>
          <p:nvPr/>
        </p:nvSpPr>
        <p:spPr>
          <a:xfrm>
            <a:off x="-988335" y="-119837"/>
            <a:ext cx="10684865" cy="10778847"/>
          </a:xfrm>
          <a:custGeom>
            <a:avLst/>
            <a:gdLst/>
            <a:ahLst/>
            <a:cxnLst/>
            <a:rect l="l" t="t" r="r" b="b"/>
            <a:pathLst>
              <a:path w="10684865" h="10778847">
                <a:moveTo>
                  <a:pt x="0" y="0"/>
                </a:moveTo>
                <a:lnTo>
                  <a:pt x="10684865" y="0"/>
                </a:lnTo>
                <a:lnTo>
                  <a:pt x="10684865" y="10778848"/>
                </a:lnTo>
                <a:lnTo>
                  <a:pt x="0" y="1077884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7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90991" y="-245924"/>
            <a:ext cx="10684865" cy="10778847"/>
          </a:xfrm>
          <a:custGeom>
            <a:avLst/>
            <a:gdLst/>
            <a:ahLst/>
            <a:cxnLst/>
            <a:rect l="l" t="t" r="r" b="b"/>
            <a:pathLst>
              <a:path w="10684865" h="10778847">
                <a:moveTo>
                  <a:pt x="0" y="0"/>
                </a:moveTo>
                <a:lnTo>
                  <a:pt x="10684865" y="0"/>
                </a:lnTo>
                <a:lnTo>
                  <a:pt x="10684865" y="10778848"/>
                </a:lnTo>
                <a:lnTo>
                  <a:pt x="0" y="1077884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7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07026" y="7886025"/>
            <a:ext cx="20949966" cy="3460002"/>
          </a:xfrm>
          <a:custGeom>
            <a:avLst/>
            <a:gdLst/>
            <a:ahLst/>
            <a:cxnLst/>
            <a:rect l="l" t="t" r="r" b="b"/>
            <a:pathLst>
              <a:path w="20949966" h="3460002">
                <a:moveTo>
                  <a:pt x="0" y="0"/>
                </a:moveTo>
                <a:lnTo>
                  <a:pt x="20949966" y="0"/>
                </a:lnTo>
                <a:lnTo>
                  <a:pt x="20949966" y="3460002"/>
                </a:lnTo>
                <a:lnTo>
                  <a:pt x="0" y="3460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29121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98425" y="3007422"/>
            <a:ext cx="2757286" cy="6297601"/>
          </a:xfrm>
          <a:custGeom>
            <a:avLst/>
            <a:gdLst/>
            <a:ahLst/>
            <a:cxnLst/>
            <a:rect l="l" t="t" r="r" b="b"/>
            <a:pathLst>
              <a:path w="6078527" h="9832912">
                <a:moveTo>
                  <a:pt x="0" y="0"/>
                </a:moveTo>
                <a:lnTo>
                  <a:pt x="6078528" y="0"/>
                </a:lnTo>
                <a:lnTo>
                  <a:pt x="6078528" y="9832912"/>
                </a:lnTo>
                <a:lnTo>
                  <a:pt x="0" y="983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445322" y="7440430"/>
            <a:ext cx="1455351" cy="1761130"/>
          </a:xfrm>
          <a:custGeom>
            <a:avLst/>
            <a:gdLst/>
            <a:ahLst/>
            <a:cxnLst/>
            <a:rect l="l" t="t" r="r" b="b"/>
            <a:pathLst>
              <a:path w="1455351" h="1761130">
                <a:moveTo>
                  <a:pt x="0" y="0"/>
                </a:moveTo>
                <a:lnTo>
                  <a:pt x="1455351" y="0"/>
                </a:lnTo>
                <a:lnTo>
                  <a:pt x="1455351" y="1761130"/>
                </a:lnTo>
                <a:lnTo>
                  <a:pt x="0" y="176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-538827" y="422332"/>
            <a:ext cx="3452917" cy="2158073"/>
          </a:xfrm>
          <a:custGeom>
            <a:avLst/>
            <a:gdLst/>
            <a:ahLst/>
            <a:cxnLst/>
            <a:rect l="l" t="t" r="r" b="b"/>
            <a:pathLst>
              <a:path w="3452917" h="2158073">
                <a:moveTo>
                  <a:pt x="0" y="0"/>
                </a:moveTo>
                <a:lnTo>
                  <a:pt x="3452917" y="0"/>
                </a:lnTo>
                <a:lnTo>
                  <a:pt x="3452917" y="2158073"/>
                </a:lnTo>
                <a:lnTo>
                  <a:pt x="0" y="21580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146419" y="32349"/>
            <a:ext cx="2478758" cy="2261867"/>
          </a:xfrm>
          <a:custGeom>
            <a:avLst/>
            <a:gdLst/>
            <a:ahLst/>
            <a:cxnLst/>
            <a:rect l="l" t="t" r="r" b="b"/>
            <a:pathLst>
              <a:path w="2478758" h="2261867">
                <a:moveTo>
                  <a:pt x="0" y="0"/>
                </a:moveTo>
                <a:lnTo>
                  <a:pt x="2478758" y="0"/>
                </a:lnTo>
                <a:lnTo>
                  <a:pt x="2478758" y="2261866"/>
                </a:lnTo>
                <a:lnTo>
                  <a:pt x="0" y="22618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32289" y="8590085"/>
            <a:ext cx="1615586" cy="1604815"/>
          </a:xfrm>
          <a:custGeom>
            <a:avLst/>
            <a:gdLst/>
            <a:ahLst/>
            <a:cxnLst/>
            <a:rect l="l" t="t" r="r" b="b"/>
            <a:pathLst>
              <a:path w="1615586" h="1604815">
                <a:moveTo>
                  <a:pt x="0" y="0"/>
                </a:moveTo>
                <a:lnTo>
                  <a:pt x="1615586" y="0"/>
                </a:lnTo>
                <a:lnTo>
                  <a:pt x="1615586" y="1604815"/>
                </a:lnTo>
                <a:lnTo>
                  <a:pt x="0" y="160481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2" name="Group 1"/>
          <p:cNvGrpSpPr/>
          <p:nvPr/>
        </p:nvGrpSpPr>
        <p:grpSpPr>
          <a:xfrm>
            <a:off x="2313400" y="387231"/>
            <a:ext cx="13071444" cy="8595360"/>
            <a:chOff x="1697460" y="707726"/>
            <a:chExt cx="13071444" cy="8134101"/>
          </a:xfrm>
        </p:grpSpPr>
        <p:sp>
          <p:nvSpPr>
            <p:cNvPr id="5" name="Freeform 5"/>
            <p:cNvSpPr/>
            <p:nvPr/>
          </p:nvSpPr>
          <p:spPr>
            <a:xfrm>
              <a:off x="1697460" y="707726"/>
              <a:ext cx="13071444" cy="8134101"/>
            </a:xfrm>
            <a:custGeom>
              <a:avLst/>
              <a:gdLst/>
              <a:ahLst/>
              <a:cxnLst/>
              <a:rect l="l" t="t" r="r" b="b"/>
              <a:pathLst>
                <a:path w="7151230" h="8134101">
                  <a:moveTo>
                    <a:pt x="0" y="0"/>
                  </a:moveTo>
                  <a:lnTo>
                    <a:pt x="7151230" y="0"/>
                  </a:lnTo>
                  <a:lnTo>
                    <a:pt x="7151230" y="8134100"/>
                  </a:lnTo>
                  <a:lnTo>
                    <a:pt x="0" y="813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98426" y="1656955"/>
              <a:ext cx="4708204" cy="821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677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6000" b="1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Balmy"/>
                </a:rPr>
                <a:t>LUẬT CHƠI</a:t>
              </a:r>
              <a:endPara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Balmy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403843" y="2457923"/>
              <a:ext cx="9760990" cy="5212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🎯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1. Chọn câu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Mỗi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ội lần l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ư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ợt chọn 1 câu. Khi câu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đư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ợc mở, một hình ảnh gợi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ý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sẽ xuất hiện.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2. 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oán từ khóa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Các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ội quan sát hình ảnh và dựa vào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ó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ể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oán từ khóa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đư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ợc ẩn trong câu.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3. Tính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iểm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🔤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Mỗi chữ cái trả lời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úng: +1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iểm.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⭐ 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oán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úng từ khóa chung: +3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iểm.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❌ Trả lời sai: không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đư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ợc cộng 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đ</a:t>
              </a:r>
              <a:r>
                <a: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iểm.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DD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ừ khóa">
            <a:hlinkClick r:id="rId1" action="ppaction://hlinksldjump"/>
          </p:cNvPr>
          <p:cNvSpPr/>
          <p:nvPr/>
        </p:nvSpPr>
        <p:spPr>
          <a:xfrm>
            <a:off x="2742784" y="9302568"/>
            <a:ext cx="3235712" cy="890603"/>
          </a:xfrm>
          <a:prstGeom prst="round2DiagRect">
            <a:avLst>
              <a:gd name="adj1" fmla="val 43453"/>
              <a:gd name="adj2" fmla="val 0"/>
            </a:avLst>
          </a:prstGeom>
          <a:solidFill>
            <a:srgbClr val="FE8B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Từ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khóa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7825720" y="1179259"/>
            <a:ext cx="5833275" cy="1487881"/>
            <a:chOff x="-750993" y="5483822"/>
            <a:chExt cx="6272059" cy="1458765"/>
          </a:xfrm>
          <a:solidFill>
            <a:srgbClr val="E6DDC0"/>
          </a:solidFill>
        </p:grpSpPr>
        <p:sp>
          <p:nvSpPr>
            <p:cNvPr id="93" name="Rectangle: Rounded Corners 92"/>
            <p:cNvSpPr/>
            <p:nvPr/>
          </p:nvSpPr>
          <p:spPr>
            <a:xfrm>
              <a:off x="3423848" y="548560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O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" name="Rectangle: Rounded Corners 15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" name="Rectangle: Rounded Corners 16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O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" name="Rectangle: Rounded Corners 17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I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" name="Rectangle: Rounded Corners 18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M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2" name="Rectangle: Rounded Corners 15"/>
            <p:cNvSpPr/>
            <p:nvPr/>
          </p:nvSpPr>
          <p:spPr>
            <a:xfrm>
              <a:off x="4606666" y="6302507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M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163" name="Freeform 6"/>
          <p:cNvSpPr/>
          <p:nvPr/>
        </p:nvSpPr>
        <p:spPr>
          <a:xfrm>
            <a:off x="1283083" y="9015162"/>
            <a:ext cx="1243926" cy="1087271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6" name="Freeform 7"/>
          <p:cNvSpPr/>
          <p:nvPr/>
        </p:nvSpPr>
        <p:spPr>
          <a:xfrm>
            <a:off x="14093725" y="342983"/>
            <a:ext cx="1920767" cy="1975930"/>
          </a:xfrm>
          <a:custGeom>
            <a:avLst/>
            <a:gdLst/>
            <a:ahLst/>
            <a:cxnLst/>
            <a:rect l="l" t="t" r="r" b="b"/>
            <a:pathLst>
              <a:path w="1751787" h="1775460">
                <a:moveTo>
                  <a:pt x="0" y="0"/>
                </a:moveTo>
                <a:lnTo>
                  <a:pt x="1751787" y="0"/>
                </a:lnTo>
                <a:lnTo>
                  <a:pt x="1751787" y="1775460"/>
                </a:lnTo>
                <a:lnTo>
                  <a:pt x="0" y="1775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78" name="Group 377"/>
          <p:cNvGrpSpPr/>
          <p:nvPr/>
        </p:nvGrpSpPr>
        <p:grpSpPr>
          <a:xfrm>
            <a:off x="7825437" y="3636129"/>
            <a:ext cx="12185908" cy="654671"/>
            <a:chOff x="-750993" y="5483822"/>
            <a:chExt cx="13102541" cy="641860"/>
          </a:xfrm>
        </p:grpSpPr>
        <p:sp>
          <p:nvSpPr>
            <p:cNvPr id="379" name="Rectangle: Rounded Corners 378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0" name="Rectangle: Rounded Corners 379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1" name="Rectangle: Rounded Corners 380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Y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2" name="Rectangle: Rounded Corners 381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E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3" name="Rectangle: Rounded Corners 382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4" name="Rectangle: Rounded Corners 383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5" name="Rectangle: Rounded Corners 384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6" name="Rectangle: Rounded Corners 385"/>
            <p:cNvSpPr/>
            <p:nvPr/>
          </p:nvSpPr>
          <p:spPr>
            <a:xfrm>
              <a:off x="11437148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7" name="Rectangle: Rounded Corners 38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8" name="Rectangle: Rounded Corners 387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9" name="Rectangle: Rounded Corners 38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I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0" name="Rectangle: Rounded Corners 389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E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1" name="Rectangle: Rounded Corners 390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392" name="SHAP1"/>
          <p:cNvGrpSpPr/>
          <p:nvPr/>
        </p:nvGrpSpPr>
        <p:grpSpPr>
          <a:xfrm>
            <a:off x="7854588" y="3634340"/>
            <a:ext cx="12217992" cy="654671"/>
            <a:chOff x="-750993" y="5483822"/>
            <a:chExt cx="13137039" cy="641860"/>
          </a:xfrm>
          <a:noFill/>
        </p:grpSpPr>
        <p:sp>
          <p:nvSpPr>
            <p:cNvPr id="393" name="Rectangle: Rounded Corners 392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4" name="Rectangle: Rounded Corners 393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5" name="Rectangle: Rounded Corners 39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6" name="Rectangle: Rounded Corners 395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7" name="Rectangle: Rounded Corners 396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8" name="Rectangle: Rounded Corners 397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9" name="Rectangle: Rounded Corners 398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0" name="Rectangle: Rounded Corners 399"/>
            <p:cNvSpPr/>
            <p:nvPr/>
          </p:nvSpPr>
          <p:spPr>
            <a:xfrm>
              <a:off x="11471646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1" name="Rectangle: Rounded Corners 400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2" name="Rectangle: Rounded Corners 401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3" name="Rectangle: Rounded Corners 402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4" name="Rectangle: Rounded Corners 403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5" name="Rectangle: Rounded Corners 404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06" name="Group 405"/>
          <p:cNvGrpSpPr/>
          <p:nvPr/>
        </p:nvGrpSpPr>
        <p:grpSpPr>
          <a:xfrm>
            <a:off x="6164642" y="9289256"/>
            <a:ext cx="9352364" cy="654671"/>
            <a:chOff x="-750993" y="5483822"/>
            <a:chExt cx="10055856" cy="641860"/>
          </a:xfrm>
        </p:grpSpPr>
        <p:sp>
          <p:nvSpPr>
            <p:cNvPr id="407" name="Rectangle: Rounded Corners 406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8" name="Rectangle: Rounded Corners 407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O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9" name="Rectangle: Rounded Corners 408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0" name="Rectangle: Rounded Corners 409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1" name="Rectangle: Rounded Corners 410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5" name="Rectangle: Rounded Corners 414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6" name="Rectangle: Rounded Corners 415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7" name="Rectangle: Rounded Corners 416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8" name="Rectangle: Rounded Corners 417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9" name="Rectangle: Rounded Corners 418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20" name="SHAP1"/>
          <p:cNvGrpSpPr/>
          <p:nvPr/>
        </p:nvGrpSpPr>
        <p:grpSpPr>
          <a:xfrm>
            <a:off x="6224168" y="9258300"/>
            <a:ext cx="9352364" cy="654671"/>
            <a:chOff x="-750993" y="5483822"/>
            <a:chExt cx="10055856" cy="641860"/>
          </a:xfrm>
          <a:noFill/>
        </p:grpSpPr>
        <p:sp>
          <p:nvSpPr>
            <p:cNvPr id="421" name="Rectangle: Rounded Corners 42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2" name="Rectangle: Rounded Corners 42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3" name="Rectangle: Rounded Corners 422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4" name="Rectangle: Rounded Corners 42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5" name="Rectangle: Rounded Corners 42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9" name="Rectangle: Rounded Corners 428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0" name="Rectangle: Rounded Corners 429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1" name="Rectangle: Rounded Corners 430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2" name="Rectangle: Rounded Corners 431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3" name="Rectangle: Rounded Corners 432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34" name="Group 433"/>
          <p:cNvGrpSpPr/>
          <p:nvPr/>
        </p:nvGrpSpPr>
        <p:grpSpPr>
          <a:xfrm>
            <a:off x="3957320" y="2019300"/>
            <a:ext cx="8630920" cy="720725"/>
            <a:chOff x="-811759" y="5483822"/>
            <a:chExt cx="9280322" cy="684284"/>
          </a:xfrm>
        </p:grpSpPr>
        <p:sp>
          <p:nvSpPr>
            <p:cNvPr id="435" name="Rectangle: Rounded Corners 434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6" name="Rectangle: Rounded Corners 435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7" name="Rectangle: Rounded Corners 436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I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9" name="Rectangle: Rounded Corners 438"/>
            <p:cNvSpPr/>
            <p:nvPr/>
          </p:nvSpPr>
          <p:spPr>
            <a:xfrm>
              <a:off x="-811759" y="5528026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0" name="Rectangle: Rounded Corners 439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R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1" name="Rectangle: Rounded Corners 440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A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2" name="Rectangle: Rounded Corners 441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3" name="Rectangle: Rounded Corners 442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6" name="Rectangle: Rounded Corners 438"/>
            <p:cNvSpPr/>
            <p:nvPr/>
          </p:nvSpPr>
          <p:spPr>
            <a:xfrm>
              <a:off x="7504480" y="5483822"/>
              <a:ext cx="964083" cy="630024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E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44" name="Group 443"/>
          <p:cNvGrpSpPr/>
          <p:nvPr/>
        </p:nvGrpSpPr>
        <p:grpSpPr>
          <a:xfrm>
            <a:off x="9115698" y="2848677"/>
            <a:ext cx="9402143" cy="930893"/>
            <a:chOff x="-750993" y="5376742"/>
            <a:chExt cx="10109379" cy="912677"/>
          </a:xfrm>
          <a:solidFill>
            <a:srgbClr val="FE8B7C"/>
          </a:solidFill>
        </p:grpSpPr>
        <p:sp>
          <p:nvSpPr>
            <p:cNvPr id="445" name="Rectangle: Rounded Corners 444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6" name="Rectangle: Rounded Corners 445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7" name="Rectangle: Rounded Corners 446"/>
            <p:cNvSpPr/>
            <p:nvPr/>
          </p:nvSpPr>
          <p:spPr>
            <a:xfrm>
              <a:off x="4794542" y="5649339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9" name="Rectangle: Rounded Corners 448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0" name="Rectangle: Rounded Corners 449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1" name="Rectangle: Rounded Corners 450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2" name="Rectangle: Rounded Corners 451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3" name="Rectangle: Rounded Corners 452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3" name="Rectangle: Rounded Corners 452"/>
            <p:cNvSpPr/>
            <p:nvPr/>
          </p:nvSpPr>
          <p:spPr>
            <a:xfrm>
              <a:off x="8372296" y="5443357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8" name="Rectangle: Rounded Corners 446"/>
            <p:cNvSpPr/>
            <p:nvPr/>
          </p:nvSpPr>
          <p:spPr>
            <a:xfrm>
              <a:off x="4601319" y="5468793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9" name="Rectangle: Rounded Corners 452"/>
            <p:cNvSpPr/>
            <p:nvPr/>
          </p:nvSpPr>
          <p:spPr>
            <a:xfrm>
              <a:off x="8443986" y="537674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0" name="Rectangle: Rounded Corners 452"/>
            <p:cNvSpPr/>
            <p:nvPr/>
          </p:nvSpPr>
          <p:spPr>
            <a:xfrm>
              <a:off x="3455704" y="5608339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54" name="Group 453"/>
          <p:cNvGrpSpPr/>
          <p:nvPr/>
        </p:nvGrpSpPr>
        <p:grpSpPr>
          <a:xfrm>
            <a:off x="6011481" y="7437581"/>
            <a:ext cx="6500907" cy="654671"/>
            <a:chOff x="-750993" y="5483822"/>
            <a:chExt cx="6989910" cy="641860"/>
          </a:xfrm>
        </p:grpSpPr>
        <p:sp>
          <p:nvSpPr>
            <p:cNvPr id="455" name="Rectangle: Rounded Corners 454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6" name="Rectangle: Rounded Corners 455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8" name="Rectangle: Rounded Corners 45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9" name="Rectangle: Rounded Corners 45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60" name="Rectangle: Rounded Corners 45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61" name="Rectangle: Rounded Corners 46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62" name="Rectangle: Rounded Corners 46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63" name="Group 462"/>
          <p:cNvGrpSpPr/>
          <p:nvPr/>
        </p:nvGrpSpPr>
        <p:grpSpPr>
          <a:xfrm>
            <a:off x="4199191" y="7576104"/>
            <a:ext cx="6500907" cy="654670"/>
            <a:chOff x="-750993" y="5483823"/>
            <a:chExt cx="6989910" cy="641859"/>
          </a:xfrm>
          <a:solidFill>
            <a:srgbClr val="FE8B7C"/>
          </a:solidFill>
        </p:grpSpPr>
        <p:sp>
          <p:nvSpPr>
            <p:cNvPr id="465" name="Rectangle: Rounded Corners 46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67" name="Rectangle: Rounded Corners 46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71" name="Rectangle: Rounded Corners 470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72" name="Group 471"/>
          <p:cNvGrpSpPr/>
          <p:nvPr/>
        </p:nvGrpSpPr>
        <p:grpSpPr>
          <a:xfrm>
            <a:off x="7938071" y="6761068"/>
            <a:ext cx="7376433" cy="747560"/>
            <a:chOff x="-688179" y="5485602"/>
            <a:chExt cx="7931294" cy="732931"/>
          </a:xfrm>
        </p:grpSpPr>
        <p:sp>
          <p:nvSpPr>
            <p:cNvPr id="473" name="Rectangle: Rounded Corners 472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74" name="Rectangle: Rounded Corners 473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75" name="Rectangle: Rounded Corners 47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77" name="Rectangle: Rounded Corners 476"/>
            <p:cNvSpPr/>
            <p:nvPr/>
          </p:nvSpPr>
          <p:spPr>
            <a:xfrm>
              <a:off x="-688179" y="557596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78" name="Rectangle: Rounded Corners 477"/>
            <p:cNvSpPr/>
            <p:nvPr/>
          </p:nvSpPr>
          <p:spPr>
            <a:xfrm>
              <a:off x="362447" y="5576588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O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79" name="Rectangle: Rounded Corners 478"/>
            <p:cNvSpPr/>
            <p:nvPr/>
          </p:nvSpPr>
          <p:spPr>
            <a:xfrm>
              <a:off x="1417170" y="5577210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0" name="Rectangle: Rounded Corners 479"/>
            <p:cNvSpPr/>
            <p:nvPr/>
          </p:nvSpPr>
          <p:spPr>
            <a:xfrm>
              <a:off x="2470267" y="557845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1" name="Rectangle: Rounded Corners 480"/>
            <p:cNvSpPr/>
            <p:nvPr/>
          </p:nvSpPr>
          <p:spPr>
            <a:xfrm>
              <a:off x="3603864" y="557783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82" name="Group 481"/>
          <p:cNvGrpSpPr/>
          <p:nvPr/>
        </p:nvGrpSpPr>
        <p:grpSpPr>
          <a:xfrm>
            <a:off x="7948866" y="6791389"/>
            <a:ext cx="7434853" cy="654671"/>
            <a:chOff x="-750993" y="5483822"/>
            <a:chExt cx="7994108" cy="641860"/>
          </a:xfrm>
          <a:noFill/>
        </p:grpSpPr>
        <p:sp>
          <p:nvSpPr>
            <p:cNvPr id="483" name="Rectangle: Rounded Corners 482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4" name="Rectangle: Rounded Corners 483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5" name="Rectangle: Rounded Corners 48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7" name="Rectangle: Rounded Corners 48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8" name="Rectangle: Rounded Corners 487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9" name="Rectangle: Rounded Corners 48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0" name="Rectangle: Rounded Corners 489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1" name="Rectangle: Rounded Corners 490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492" name="Group 491"/>
          <p:cNvGrpSpPr/>
          <p:nvPr/>
        </p:nvGrpSpPr>
        <p:grpSpPr>
          <a:xfrm>
            <a:off x="7879108" y="5221318"/>
            <a:ext cx="8482857" cy="766430"/>
            <a:chOff x="-860918" y="5410982"/>
            <a:chExt cx="9120944" cy="751432"/>
          </a:xfrm>
        </p:grpSpPr>
        <p:sp>
          <p:nvSpPr>
            <p:cNvPr id="493" name="Rectangle: Rounded Corners 492"/>
            <p:cNvSpPr/>
            <p:nvPr/>
          </p:nvSpPr>
          <p:spPr>
            <a:xfrm>
              <a:off x="3404731" y="552171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E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4" name="Rectangle: Rounded Corners 493"/>
            <p:cNvSpPr/>
            <p:nvPr/>
          </p:nvSpPr>
          <p:spPr>
            <a:xfrm>
              <a:off x="4484033" y="552233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P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5" name="Rectangle: Rounded Corners 49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6" name="Rectangle: Rounded Corners 495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7" name="Rectangle: Rounded Corners 496"/>
            <p:cNvSpPr/>
            <p:nvPr/>
          </p:nvSpPr>
          <p:spPr>
            <a:xfrm>
              <a:off x="-860918" y="541098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8" name="Rectangle: Rounded Corners 497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E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9" name="Rectangle: Rounded Corners 49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P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0" name="Rectangle: Rounded Corners 499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1" name="Rectangle: Rounded Corners 500"/>
            <p:cNvSpPr/>
            <p:nvPr/>
          </p:nvSpPr>
          <p:spPr>
            <a:xfrm>
              <a:off x="2360549" y="5521178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502" name="Group 501"/>
          <p:cNvGrpSpPr/>
          <p:nvPr/>
        </p:nvGrpSpPr>
        <p:grpSpPr>
          <a:xfrm>
            <a:off x="7822838" y="5109566"/>
            <a:ext cx="8380622" cy="764524"/>
            <a:chOff x="-750993" y="5376119"/>
            <a:chExt cx="9011019" cy="749563"/>
          </a:xfrm>
          <a:solidFill>
            <a:srgbClr val="FE8B7C"/>
          </a:solidFill>
        </p:grpSpPr>
        <p:sp>
          <p:nvSpPr>
            <p:cNvPr id="503" name="Rectangle: Rounded Corners 502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4" name="Rectangle: Rounded Corners 503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5" name="Rectangle: Rounded Corners 50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6" name="Rectangle: Rounded Corners 505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7" name="Rectangle: Rounded Corners 50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8" name="Rectangle: Rounded Corners 507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9" name="Rectangle: Rounded Corners 50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0" name="Rectangle: Rounded Corners 509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1" name="Rectangle: Rounded Corners 510"/>
            <p:cNvSpPr/>
            <p:nvPr/>
          </p:nvSpPr>
          <p:spPr>
            <a:xfrm>
              <a:off x="2738801" y="5376119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512" name="Group 511"/>
          <p:cNvGrpSpPr/>
          <p:nvPr/>
        </p:nvGrpSpPr>
        <p:grpSpPr>
          <a:xfrm>
            <a:off x="6770371" y="2838236"/>
            <a:ext cx="11750240" cy="694857"/>
            <a:chOff x="-1308130" y="5466924"/>
            <a:chExt cx="12634102" cy="681260"/>
          </a:xfrm>
        </p:grpSpPr>
        <p:sp>
          <p:nvSpPr>
            <p:cNvPr id="513" name="Rectangle: Rounded Corners 512"/>
            <p:cNvSpPr/>
            <p:nvPr/>
          </p:nvSpPr>
          <p:spPr>
            <a:xfrm>
              <a:off x="3877204" y="5508015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A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4" name="Rectangle: Rounded Corners 513"/>
            <p:cNvSpPr/>
            <p:nvPr/>
          </p:nvSpPr>
          <p:spPr>
            <a:xfrm>
              <a:off x="4892326" y="550303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M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5" name="Rectangle: Rounded Corners 514"/>
            <p:cNvSpPr/>
            <p:nvPr/>
          </p:nvSpPr>
          <p:spPr>
            <a:xfrm>
              <a:off x="4984350" y="5508015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6" name="Rectangle: Rounded Corners 515"/>
            <p:cNvSpPr/>
            <p:nvPr/>
          </p:nvSpPr>
          <p:spPr>
            <a:xfrm>
              <a:off x="4891768" y="5466924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7" name="Rectangle: Rounded Corners 516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8" name="Rectangle: Rounded Corners 517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9" name="Rectangle: Rounded Corners 518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1" name="Rectangle: Rounded Corners 520"/>
            <p:cNvSpPr/>
            <p:nvPr/>
          </p:nvSpPr>
          <p:spPr>
            <a:xfrm>
              <a:off x="-1308130" y="546701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Q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2" name="Rectangle: Rounded Corners 521"/>
            <p:cNvSpPr/>
            <p:nvPr/>
          </p:nvSpPr>
          <p:spPr>
            <a:xfrm>
              <a:off x="-230876" y="548569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3" name="Rectangle: Rounded Corners 522"/>
            <p:cNvSpPr/>
            <p:nvPr/>
          </p:nvSpPr>
          <p:spPr>
            <a:xfrm>
              <a:off x="881882" y="550810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A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4" name="Rectangle: Rounded Corners 523"/>
            <p:cNvSpPr/>
            <p:nvPr/>
          </p:nvSpPr>
          <p:spPr>
            <a:xfrm>
              <a:off x="1863972" y="546701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5" name="Rectangle: Rounded Corners 524"/>
            <p:cNvSpPr/>
            <p:nvPr/>
          </p:nvSpPr>
          <p:spPr>
            <a:xfrm>
              <a:off x="2868526" y="5467015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526" name="SHAP1"/>
          <p:cNvGrpSpPr/>
          <p:nvPr/>
        </p:nvGrpSpPr>
        <p:grpSpPr>
          <a:xfrm>
            <a:off x="7315473" y="1816693"/>
            <a:ext cx="11232079" cy="671813"/>
            <a:chOff x="-750993" y="5467015"/>
            <a:chExt cx="12076965" cy="658667"/>
          </a:xfrm>
          <a:noFill/>
        </p:grpSpPr>
        <p:sp>
          <p:nvSpPr>
            <p:cNvPr id="527" name="Rectangle: Rounded Corners 526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8" name="Rectangle: Rounded Corners 527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9" name="Rectangle: Rounded Corners 528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0" name="Rectangle: Rounded Corners 529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1" name="Rectangle: Rounded Corners 530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2" name="Rectangle: Rounded Corners 531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3" name="Rectangle: Rounded Corners 532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5" name="Rectangle: Rounded Corners 534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6" name="Rectangle: Rounded Corners 535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7" name="Rectangle: Rounded Corners 536"/>
            <p:cNvSpPr/>
            <p:nvPr/>
          </p:nvSpPr>
          <p:spPr>
            <a:xfrm>
              <a:off x="163613" y="5467015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8" name="Rectangle: Rounded Corners 537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9" name="Rectangle: Rounded Corners 538"/>
            <p:cNvSpPr/>
            <p:nvPr/>
          </p:nvSpPr>
          <p:spPr>
            <a:xfrm>
              <a:off x="2404928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540" name="Group 539"/>
          <p:cNvGrpSpPr/>
          <p:nvPr/>
        </p:nvGrpSpPr>
        <p:grpSpPr>
          <a:xfrm>
            <a:off x="4117021" y="5983281"/>
            <a:ext cx="8934342" cy="775411"/>
            <a:chOff x="-1346364" y="5365445"/>
            <a:chExt cx="9606390" cy="760237"/>
          </a:xfrm>
        </p:grpSpPr>
        <p:sp>
          <p:nvSpPr>
            <p:cNvPr id="541" name="Rectangle: Rounded Corners 540"/>
            <p:cNvSpPr/>
            <p:nvPr/>
          </p:nvSpPr>
          <p:spPr>
            <a:xfrm>
              <a:off x="3846479" y="5365445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4000" b="1" kern="0">
                  <a:solidFill>
                    <a:srgbClr val="07545E"/>
                  </a:solidFill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42" name="Rectangle: Rounded Corners 541"/>
            <p:cNvSpPr/>
            <p:nvPr/>
          </p:nvSpPr>
          <p:spPr>
            <a:xfrm>
              <a:off x="4877989" y="5370426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43" name="Rectangle: Rounded Corners 542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44" name="Rectangle: Rounded Corners 54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49" name="Rectangle: Rounded Corners 548"/>
            <p:cNvSpPr/>
            <p:nvPr/>
          </p:nvSpPr>
          <p:spPr>
            <a:xfrm>
              <a:off x="-1346364" y="5444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0" name="Rectangle: Rounded Corners 549"/>
            <p:cNvSpPr/>
            <p:nvPr/>
          </p:nvSpPr>
          <p:spPr>
            <a:xfrm>
              <a:off x="-199469" y="5444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1" name="Rectangle: Rounded Corners 550"/>
            <p:cNvSpPr/>
            <p:nvPr/>
          </p:nvSpPr>
          <p:spPr>
            <a:xfrm>
              <a:off x="865496" y="5446470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2" name="Rectangle: Rounded Corners 551"/>
            <p:cNvSpPr/>
            <p:nvPr/>
          </p:nvSpPr>
          <p:spPr>
            <a:xfrm>
              <a:off x="1775213" y="545269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Đ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3" name="Rectangle: Rounded Corners 552"/>
            <p:cNvSpPr/>
            <p:nvPr/>
          </p:nvSpPr>
          <p:spPr>
            <a:xfrm>
              <a:off x="2762015" y="545456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O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554" name="SHAP1"/>
          <p:cNvGrpSpPr/>
          <p:nvPr/>
        </p:nvGrpSpPr>
        <p:grpSpPr>
          <a:xfrm>
            <a:off x="7979410" y="6845935"/>
            <a:ext cx="4773930" cy="702945"/>
            <a:chOff x="-750993" y="5483823"/>
            <a:chExt cx="9011019" cy="750277"/>
          </a:xfrm>
          <a:noFill/>
        </p:grpSpPr>
        <p:sp>
          <p:nvSpPr>
            <p:cNvPr id="555" name="Rectangle: Rounded Corners 554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6" name="Rectangle: Rounded Corners 555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7" name="Rectangle: Rounded Corners 556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8" name="Rectangle: Rounded Corners 557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63" name="Rectangle: Rounded Corners 56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64" name="Rectangle: Rounded Corners 563"/>
            <p:cNvSpPr/>
            <p:nvPr/>
          </p:nvSpPr>
          <p:spPr>
            <a:xfrm>
              <a:off x="498318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65" name="Rectangle: Rounded Corners 564"/>
            <p:cNvSpPr/>
            <p:nvPr/>
          </p:nvSpPr>
          <p:spPr>
            <a:xfrm>
              <a:off x="2293840" y="5594020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66" name="Rectangle: Rounded Corners 565"/>
            <p:cNvSpPr/>
            <p:nvPr/>
          </p:nvSpPr>
          <p:spPr>
            <a:xfrm>
              <a:off x="2270901" y="554670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67" name="Rectangle: Rounded Corners 566"/>
            <p:cNvSpPr/>
            <p:nvPr/>
          </p:nvSpPr>
          <p:spPr>
            <a:xfrm>
              <a:off x="3347145" y="551931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588" name="Group 587"/>
          <p:cNvGrpSpPr/>
          <p:nvPr/>
        </p:nvGrpSpPr>
        <p:grpSpPr>
          <a:xfrm>
            <a:off x="1116121" y="4454859"/>
            <a:ext cx="7613099" cy="655941"/>
            <a:chOff x="-750993" y="5483822"/>
            <a:chExt cx="8185762" cy="643105"/>
          </a:xfrm>
        </p:grpSpPr>
        <p:sp>
          <p:nvSpPr>
            <p:cNvPr id="589" name="Rectangle: Rounded Corners 588"/>
            <p:cNvSpPr/>
            <p:nvPr/>
          </p:nvSpPr>
          <p:spPr>
            <a:xfrm>
              <a:off x="4286863" y="54862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O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0" name="Rectangle: Rounded Corners 589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1" name="Rectangle: Rounded Corners 590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2" name="Rectangle: Rounded Corners 591"/>
            <p:cNvSpPr/>
            <p:nvPr/>
          </p:nvSpPr>
          <p:spPr>
            <a:xfrm>
              <a:off x="5373800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3" name="Rectangle: Rounded Corners 592"/>
            <p:cNvSpPr/>
            <p:nvPr/>
          </p:nvSpPr>
          <p:spPr>
            <a:xfrm>
              <a:off x="6520369" y="5486847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4" name="Rectangle: Rounded Corners 593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5" name="Rectangle: Rounded Corners 594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O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6" name="Rectangle: Rounded Corners 595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7" name="Rectangle: Rounded Corners 596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8" name="Rectangle: Rounded Corners 597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R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610" name="Group 609"/>
          <p:cNvGrpSpPr/>
          <p:nvPr/>
        </p:nvGrpSpPr>
        <p:grpSpPr>
          <a:xfrm>
            <a:off x="5095513" y="7656134"/>
            <a:ext cx="11232079" cy="654671"/>
            <a:chOff x="-750993" y="5483822"/>
            <a:chExt cx="12076965" cy="641860"/>
          </a:xfrm>
        </p:grpSpPr>
        <p:sp>
          <p:nvSpPr>
            <p:cNvPr id="611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2" name="Rectangle: Rounded Corners 61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3" name="Rectangle: Rounded Corners 612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E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4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5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6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7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8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9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4000" b="1" kern="0">
                  <a:solidFill>
                    <a:srgbClr val="07545E"/>
                  </a:solidFill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A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0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1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2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623" name="SHAP1"/>
          <p:cNvGrpSpPr/>
          <p:nvPr/>
        </p:nvGrpSpPr>
        <p:grpSpPr>
          <a:xfrm>
            <a:off x="1199589" y="7505714"/>
            <a:ext cx="11232079" cy="728966"/>
            <a:chOff x="-750993" y="5410981"/>
            <a:chExt cx="12076965" cy="714701"/>
          </a:xfrm>
          <a:noFill/>
        </p:grpSpPr>
        <p:sp>
          <p:nvSpPr>
            <p:cNvPr id="624" name="Rectangle: Rounded Corners 62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5" name="Rectangle: Rounded Corners 62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6" name="Rectangle: Rounded Corners 625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7" name="Rectangle: Rounded Corners 626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8" name="Rectangle: Rounded Corners 627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9" name="Rectangle: Rounded Corners 628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30" name="Rectangle: Rounded Corners 629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31" name="Rectangle: Rounded Corners 630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32" name="Rectangle: Rounded Corners 631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33" name="Rectangle: Rounded Corners 632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34" name="Rectangle: Rounded Corners 633"/>
            <p:cNvSpPr/>
            <p:nvPr/>
          </p:nvSpPr>
          <p:spPr>
            <a:xfrm>
              <a:off x="2957079" y="541098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35" name="Rectangle: Rounded Corners 634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340794" y="74866"/>
            <a:ext cx="6003606" cy="1055097"/>
            <a:chOff x="6340794" y="74866"/>
            <a:chExt cx="6003606" cy="1055097"/>
          </a:xfrm>
        </p:grpSpPr>
        <p:sp>
          <p:nvSpPr>
            <p:cNvPr id="8" name="Rectangle: Rounded Corners 7"/>
            <p:cNvSpPr/>
            <p:nvPr/>
          </p:nvSpPr>
          <p:spPr>
            <a:xfrm>
              <a:off x="6461714" y="74866"/>
              <a:ext cx="5733993" cy="103800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40794" y="114300"/>
              <a:ext cx="600360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Ô CHỮ BÍ ẨN</a:t>
              </a:r>
              <a:endParaRPr lang="en-US" sz="6000" b="1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2" name="S 1">
            <a:hlinkClick r:id="rId5" action="ppaction://hlinksldjump"/>
          </p:cNvPr>
          <p:cNvSpPr/>
          <p:nvPr/>
        </p:nvSpPr>
        <p:spPr>
          <a:xfrm>
            <a:off x="152433" y="1104735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" name="Freeform 13">
            <a:hlinkClick r:id="rId8" action="ppaction://hlinksldjump"/>
          </p:cNvPr>
          <p:cNvSpPr/>
          <p:nvPr/>
        </p:nvSpPr>
        <p:spPr>
          <a:xfrm>
            <a:off x="152433" y="2038727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" name="Freeform 14">
            <a:hlinkClick r:id="rId11" action="ppaction://hlinksldjump"/>
          </p:cNvPr>
          <p:cNvSpPr/>
          <p:nvPr/>
        </p:nvSpPr>
        <p:spPr>
          <a:xfrm>
            <a:off x="152433" y="2959955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Freeform 16">
            <a:hlinkClick r:id="rId14" action="ppaction://hlinksldjump"/>
          </p:cNvPr>
          <p:cNvSpPr/>
          <p:nvPr/>
        </p:nvSpPr>
        <p:spPr>
          <a:xfrm>
            <a:off x="152433" y="5326129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0" name="Freeform 17">
            <a:hlinkClick r:id="rId17" action="ppaction://hlinksldjump"/>
          </p:cNvPr>
          <p:cNvSpPr/>
          <p:nvPr/>
        </p:nvSpPr>
        <p:spPr>
          <a:xfrm>
            <a:off x="152433" y="4544601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" name="Freeform 18">
            <a:hlinkClick r:id="rId20" action="ppaction://hlinksldjump"/>
          </p:cNvPr>
          <p:cNvSpPr/>
          <p:nvPr/>
        </p:nvSpPr>
        <p:spPr>
          <a:xfrm>
            <a:off x="152433" y="6134327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Freeform 19">
            <a:hlinkClick r:id="rId23" action="ppaction://hlinksldjump"/>
          </p:cNvPr>
          <p:cNvSpPr/>
          <p:nvPr/>
        </p:nvSpPr>
        <p:spPr>
          <a:xfrm>
            <a:off x="152433" y="6999675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Freeform 20">
            <a:hlinkClick r:id="rId26" action="ppaction://hlinksldjump"/>
          </p:cNvPr>
          <p:cNvSpPr/>
          <p:nvPr/>
        </p:nvSpPr>
        <p:spPr>
          <a:xfrm>
            <a:off x="152433" y="7886613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Freeform 7">
            <a:hlinkClick r:id="rId29" action="ppaction://hlinksldjump"/>
          </p:cNvPr>
          <p:cNvSpPr/>
          <p:nvPr/>
        </p:nvSpPr>
        <p:spPr>
          <a:xfrm>
            <a:off x="14974259" y="5040143"/>
            <a:ext cx="2853128" cy="4102590"/>
          </a:xfrm>
          <a:custGeom>
            <a:avLst/>
            <a:gdLst/>
            <a:ahLst/>
            <a:cxnLst/>
            <a:rect l="l" t="t" r="r" b="b"/>
            <a:pathLst>
              <a:path w="2710624" h="4114800">
                <a:moveTo>
                  <a:pt x="0" y="0"/>
                </a:moveTo>
                <a:lnTo>
                  <a:pt x="2710624" y="0"/>
                </a:lnTo>
                <a:lnTo>
                  <a:pt x="27106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7"/>
          <p:cNvSpPr/>
          <p:nvPr/>
        </p:nvSpPr>
        <p:spPr>
          <a:xfrm>
            <a:off x="1752895" y="5524608"/>
            <a:ext cx="1920767" cy="1975930"/>
          </a:xfrm>
          <a:custGeom>
            <a:avLst/>
            <a:gdLst/>
            <a:ahLst/>
            <a:cxnLst/>
            <a:rect l="l" t="t" r="r" b="b"/>
            <a:pathLst>
              <a:path w="1751787" h="1775460">
                <a:moveTo>
                  <a:pt x="0" y="0"/>
                </a:moveTo>
                <a:lnTo>
                  <a:pt x="1751787" y="0"/>
                </a:lnTo>
                <a:lnTo>
                  <a:pt x="1751787" y="1775460"/>
                </a:lnTo>
                <a:lnTo>
                  <a:pt x="0" y="1775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Google Shape;1015;p78"/>
          <p:cNvSpPr txBox="1"/>
          <p:nvPr/>
        </p:nvSpPr>
        <p:spPr>
          <a:xfrm rot="1336">
            <a:off x="-2632189" y="3738104"/>
            <a:ext cx="1938327" cy="67109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endParaRPr lang="en-US" sz="1400" i="0">
              <a:solidFill>
                <a:schemeClr val="accent6">
                  <a:lumMod val="90000"/>
                </a:schemeClr>
              </a:solidFill>
            </a:endParaRPr>
          </a:p>
          <a:p>
            <a:pPr algn="ctr"/>
            <a:endParaRPr lang="en-US" sz="1600">
              <a:solidFill>
                <a:schemeClr val="accent6">
                  <a:lumMod val="90000"/>
                </a:schemeClr>
              </a:solidFill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9144000" y="2216785"/>
            <a:ext cx="1009650" cy="450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853680" y="1059815"/>
            <a:ext cx="4937760" cy="948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31" name="Text Box 30"/>
          <p:cNvSpPr txBox="1"/>
          <p:nvPr/>
        </p:nvSpPr>
        <p:spPr>
          <a:xfrm>
            <a:off x="7980680" y="1186815"/>
            <a:ext cx="4937760" cy="715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6291642" y="9416256"/>
            <a:ext cx="9352364" cy="654671"/>
            <a:chOff x="-750993" y="5483822"/>
            <a:chExt cx="10055856" cy="641860"/>
          </a:xfrm>
        </p:grpSpPr>
        <p:sp>
          <p:nvSpPr>
            <p:cNvPr id="35" name="Rectangle: Rounded Corners 406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6" name="Rectangle: Rounded Corners 407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7" name="Rectangle: Rounded Corners 408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8" name="Rectangle: Rounded Corners 409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" name="Rectangle: Rounded Corners 410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" name="Rectangle: Rounded Corners 414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" name="Rectangle: Rounded Corners 415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" name="Rectangle: Rounded Corners 416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" name="Rectangle: Rounded Corners 417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" name="Rectangle: Rounded Corners 418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46" name="Text Box 45"/>
          <p:cNvSpPr txBox="1"/>
          <p:nvPr/>
        </p:nvSpPr>
        <p:spPr>
          <a:xfrm>
            <a:off x="8107680" y="1313815"/>
            <a:ext cx="4937760" cy="715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5222513" y="7783134"/>
            <a:ext cx="11247120" cy="654671"/>
            <a:chOff x="-750993" y="5483822"/>
            <a:chExt cx="12076965" cy="641860"/>
          </a:xfrm>
        </p:grpSpPr>
        <p:sp>
          <p:nvSpPr>
            <p:cNvPr id="48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9" name="Rectangle: Rounded Corners 61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0" name="Rectangle: Rounded Corners 612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1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2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3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4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5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6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7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8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4994211" y="7046659"/>
            <a:ext cx="7434853" cy="654671"/>
            <a:chOff x="-750993" y="5483822"/>
            <a:chExt cx="7994108" cy="641860"/>
          </a:xfrm>
          <a:noFill/>
        </p:grpSpPr>
        <p:sp>
          <p:nvSpPr>
            <p:cNvPr id="61" name="Rectangle: Rounded Corners 482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2" name="Rectangle: Rounded Corners 483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3" name="Rectangle: Rounded Corners 48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4" name="Rectangle: Rounded Corners 48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5" name="Rectangle: Rounded Corners 487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6" name="Rectangle: Rounded Corners 48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7" name="Rectangle: Rounded Corners 489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8" name="Rectangle: Rounded Corners 490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69" name="SHAP1"/>
          <p:cNvGrpSpPr/>
          <p:nvPr/>
        </p:nvGrpSpPr>
        <p:grpSpPr>
          <a:xfrm>
            <a:off x="8106410" y="6972935"/>
            <a:ext cx="4773930" cy="702945"/>
            <a:chOff x="-750993" y="5483823"/>
            <a:chExt cx="9011019" cy="750277"/>
          </a:xfrm>
          <a:noFill/>
        </p:grpSpPr>
        <p:sp>
          <p:nvSpPr>
            <p:cNvPr id="70" name="Rectangle: Rounded Corners 554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1" name="Rectangle: Rounded Corners 555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2" name="Rectangle: Rounded Corners 556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3" name="Rectangle: Rounded Corners 557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4" name="Rectangle: Rounded Corners 56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5" name="Rectangle: Rounded Corners 563"/>
            <p:cNvSpPr/>
            <p:nvPr/>
          </p:nvSpPr>
          <p:spPr>
            <a:xfrm>
              <a:off x="498318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6" name="Rectangle: Rounded Corners 564"/>
            <p:cNvSpPr/>
            <p:nvPr/>
          </p:nvSpPr>
          <p:spPr>
            <a:xfrm>
              <a:off x="2293840" y="5594020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7" name="Rectangle: Rounded Corners 565"/>
            <p:cNvSpPr/>
            <p:nvPr/>
          </p:nvSpPr>
          <p:spPr>
            <a:xfrm>
              <a:off x="2270901" y="554670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8" name="Rectangle: Rounded Corners 566"/>
            <p:cNvSpPr/>
            <p:nvPr/>
          </p:nvSpPr>
          <p:spPr>
            <a:xfrm>
              <a:off x="3347145" y="551931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80" name="Rectangle: Rounded Corners 554"/>
          <p:cNvSpPr/>
          <p:nvPr/>
        </p:nvSpPr>
        <p:spPr>
          <a:xfrm>
            <a:off x="8698865" y="6849745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1" name="Rectangle: Rounded Corners 555"/>
          <p:cNvSpPr/>
          <p:nvPr/>
        </p:nvSpPr>
        <p:spPr>
          <a:xfrm>
            <a:off x="9230995" y="6849745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2" name="Rectangle: Rounded Corners 556"/>
          <p:cNvSpPr/>
          <p:nvPr/>
        </p:nvSpPr>
        <p:spPr>
          <a:xfrm>
            <a:off x="9763125" y="6849745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3" name="Rectangle: Rounded Corners 557"/>
          <p:cNvSpPr/>
          <p:nvPr/>
        </p:nvSpPr>
        <p:spPr>
          <a:xfrm>
            <a:off x="10301605" y="6849745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4" name="Rectangle: Rounded Corners 562"/>
          <p:cNvSpPr/>
          <p:nvPr/>
        </p:nvSpPr>
        <p:spPr>
          <a:xfrm>
            <a:off x="6012180" y="6847840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5" name="Rectangle: Rounded Corners 563"/>
          <p:cNvSpPr/>
          <p:nvPr/>
        </p:nvSpPr>
        <p:spPr>
          <a:xfrm>
            <a:off x="6673850" y="6847840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6" name="Rectangle: Rounded Corners 564"/>
          <p:cNvSpPr/>
          <p:nvPr/>
        </p:nvSpPr>
        <p:spPr>
          <a:xfrm>
            <a:off x="7625080" y="6951345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7" name="Rectangle: Rounded Corners 565"/>
          <p:cNvSpPr/>
          <p:nvPr/>
        </p:nvSpPr>
        <p:spPr>
          <a:xfrm>
            <a:off x="7613015" y="6906895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8" name="Rectangle: Rounded Corners 566"/>
          <p:cNvSpPr/>
          <p:nvPr/>
        </p:nvSpPr>
        <p:spPr>
          <a:xfrm>
            <a:off x="8183245" y="6880860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89" name="Rectangle: Rounded Corners 562"/>
          <p:cNvSpPr/>
          <p:nvPr/>
        </p:nvSpPr>
        <p:spPr>
          <a:xfrm>
            <a:off x="6139180" y="6974840"/>
            <a:ext cx="484505" cy="599440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92" name="SHAP1"/>
          <p:cNvGrpSpPr/>
          <p:nvPr/>
        </p:nvGrpSpPr>
        <p:grpSpPr>
          <a:xfrm>
            <a:off x="8106410" y="6972935"/>
            <a:ext cx="4773930" cy="702945"/>
            <a:chOff x="-750993" y="5483823"/>
            <a:chExt cx="9011019" cy="750277"/>
          </a:xfrm>
          <a:noFill/>
        </p:grpSpPr>
        <p:sp>
          <p:nvSpPr>
            <p:cNvPr id="94" name="Rectangle: Rounded Corners 554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5" name="Rectangle: Rounded Corners 555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6" name="Rectangle: Rounded Corners 556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7" name="Rectangle: Rounded Corners 557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8" name="Rectangle: Rounded Corners 56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9" name="Rectangle: Rounded Corners 563"/>
            <p:cNvSpPr/>
            <p:nvPr/>
          </p:nvSpPr>
          <p:spPr>
            <a:xfrm>
              <a:off x="498318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0" name="Rectangle: Rounded Corners 564"/>
            <p:cNvSpPr/>
            <p:nvPr/>
          </p:nvSpPr>
          <p:spPr>
            <a:xfrm>
              <a:off x="2293840" y="5594020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1" name="Rectangle: Rounded Corners 565"/>
            <p:cNvSpPr/>
            <p:nvPr/>
          </p:nvSpPr>
          <p:spPr>
            <a:xfrm>
              <a:off x="2270901" y="554670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2" name="Rectangle: Rounded Corners 566"/>
            <p:cNvSpPr/>
            <p:nvPr/>
          </p:nvSpPr>
          <p:spPr>
            <a:xfrm>
              <a:off x="3347145" y="551931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03" name="SHAP1"/>
          <p:cNvGrpSpPr/>
          <p:nvPr/>
        </p:nvGrpSpPr>
        <p:grpSpPr>
          <a:xfrm>
            <a:off x="8233410" y="7099935"/>
            <a:ext cx="4773930" cy="702945"/>
            <a:chOff x="-750993" y="5483823"/>
            <a:chExt cx="9011019" cy="750277"/>
          </a:xfrm>
          <a:noFill/>
        </p:grpSpPr>
        <p:sp>
          <p:nvSpPr>
            <p:cNvPr id="104" name="Rectangle: Rounded Corners 554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5" name="Rectangle: Rounded Corners 555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6" name="Rectangle: Rounded Corners 556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7" name="Rectangle: Rounded Corners 557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8" name="Rectangle: Rounded Corners 56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09" name="Rectangle: Rounded Corners 563"/>
            <p:cNvSpPr/>
            <p:nvPr/>
          </p:nvSpPr>
          <p:spPr>
            <a:xfrm>
              <a:off x="498318" y="5483824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10" name="Rectangle: Rounded Corners 564"/>
            <p:cNvSpPr/>
            <p:nvPr/>
          </p:nvSpPr>
          <p:spPr>
            <a:xfrm>
              <a:off x="2293840" y="5594020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11" name="Rectangle: Rounded Corners 565"/>
            <p:cNvSpPr/>
            <p:nvPr/>
          </p:nvSpPr>
          <p:spPr>
            <a:xfrm>
              <a:off x="2270901" y="5546703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12" name="Rectangle: Rounded Corners 566"/>
            <p:cNvSpPr/>
            <p:nvPr/>
          </p:nvSpPr>
          <p:spPr>
            <a:xfrm>
              <a:off x="3347145" y="5519311"/>
              <a:ext cx="914400" cy="640080"/>
            </a:xfrm>
            <a:prstGeom prst="round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984763" y="6880799"/>
            <a:ext cx="11232079" cy="654671"/>
            <a:chOff x="-750993" y="5483822"/>
            <a:chExt cx="12076965" cy="641860"/>
          </a:xfrm>
        </p:grpSpPr>
        <p:sp>
          <p:nvSpPr>
            <p:cNvPr id="117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18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19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0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1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2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3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4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5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4267473" y="6057839"/>
            <a:ext cx="11232079" cy="654671"/>
            <a:chOff x="-750993" y="5483822"/>
            <a:chExt cx="12076965" cy="641860"/>
          </a:xfrm>
        </p:grpSpPr>
        <p:sp>
          <p:nvSpPr>
            <p:cNvPr id="127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8" name="Rectangle: Rounded Corners 61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0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1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2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3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4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5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6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7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8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8036833" y="5295839"/>
            <a:ext cx="11232079" cy="654671"/>
            <a:chOff x="-750993" y="5483822"/>
            <a:chExt cx="12076965" cy="641860"/>
          </a:xfrm>
        </p:grpSpPr>
        <p:sp>
          <p:nvSpPr>
            <p:cNvPr id="140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3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4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5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6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7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8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9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0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1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1199788" y="4458274"/>
            <a:ext cx="11232079" cy="654671"/>
            <a:chOff x="-750993" y="5483822"/>
            <a:chExt cx="12076965" cy="641860"/>
          </a:xfrm>
        </p:grpSpPr>
        <p:sp>
          <p:nvSpPr>
            <p:cNvPr id="153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4" name="Rectangle: Rounded Corners 61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5" name="Rectangle: Rounded Corners 612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6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7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8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9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0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1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2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4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5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67" name="Group 166"/>
          <p:cNvGrpSpPr/>
          <p:nvPr/>
        </p:nvGrpSpPr>
        <p:grpSpPr>
          <a:xfrm>
            <a:off x="7980953" y="3695549"/>
            <a:ext cx="11232079" cy="654761"/>
            <a:chOff x="-750993" y="5483734"/>
            <a:chExt cx="12076965" cy="641948"/>
          </a:xfrm>
        </p:grpSpPr>
        <p:sp>
          <p:nvSpPr>
            <p:cNvPr id="168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9" name="Rectangle: Rounded Corners 61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0" name="Rectangle: Rounded Corners 612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1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2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3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4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5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6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7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8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9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0" name="Rectangle: Rounded Corners 612"/>
            <p:cNvSpPr/>
            <p:nvPr/>
          </p:nvSpPr>
          <p:spPr>
            <a:xfrm>
              <a:off x="7351497" y="548373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1" name="Rectangle: Rounded Corners 612"/>
            <p:cNvSpPr/>
            <p:nvPr/>
          </p:nvSpPr>
          <p:spPr>
            <a:xfrm>
              <a:off x="8394762" y="548373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83" name="Group 182"/>
          <p:cNvGrpSpPr/>
          <p:nvPr/>
        </p:nvGrpSpPr>
        <p:grpSpPr>
          <a:xfrm>
            <a:off x="6945903" y="2880299"/>
            <a:ext cx="11232079" cy="654671"/>
            <a:chOff x="-750993" y="5483822"/>
            <a:chExt cx="12076965" cy="641860"/>
          </a:xfrm>
        </p:grpSpPr>
        <p:sp>
          <p:nvSpPr>
            <p:cNvPr id="184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5" name="Rectangle: Rounded Corners 61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7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8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9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0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1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2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3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4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5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96" name="Group 195"/>
          <p:cNvGrpSpPr/>
          <p:nvPr/>
        </p:nvGrpSpPr>
        <p:grpSpPr>
          <a:xfrm>
            <a:off x="4038873" y="2038834"/>
            <a:ext cx="11232079" cy="711276"/>
            <a:chOff x="-750993" y="5428325"/>
            <a:chExt cx="12076965" cy="697357"/>
          </a:xfrm>
        </p:grpSpPr>
        <p:sp>
          <p:nvSpPr>
            <p:cNvPr id="197" name="Rectangle: Rounded Corners 610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8" name="Rectangle: Rounded Corners 611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9" name="Rectangle: Rounded Corners 612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0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1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2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3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4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5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6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7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8" name="Rectangle: Rounded Corners 621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9" name="Rectangle: Rounded Corners 612"/>
            <p:cNvSpPr/>
            <p:nvPr/>
          </p:nvSpPr>
          <p:spPr>
            <a:xfrm>
              <a:off x="7535844" y="545447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10" name="Rectangle: Rounded Corners 612"/>
            <p:cNvSpPr/>
            <p:nvPr/>
          </p:nvSpPr>
          <p:spPr>
            <a:xfrm>
              <a:off x="8796228" y="5428325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211" name="Group 210"/>
          <p:cNvGrpSpPr/>
          <p:nvPr/>
        </p:nvGrpSpPr>
        <p:grpSpPr>
          <a:xfrm>
            <a:off x="7905388" y="1129604"/>
            <a:ext cx="11232079" cy="654671"/>
            <a:chOff x="-750993" y="5483822"/>
            <a:chExt cx="12076965" cy="641860"/>
          </a:xfrm>
        </p:grpSpPr>
        <p:sp>
          <p:nvSpPr>
            <p:cNvPr id="215" name="Rectangle: Rounded Corners 613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16" name="Rectangle: Rounded Corners 614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17" name="Rectangle: Rounded Corners 615"/>
            <p:cNvSpPr/>
            <p:nvPr/>
          </p:nvSpPr>
          <p:spPr>
            <a:xfrm>
              <a:off x="9394661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18" name="Rectangle: Rounded Corners 616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19" name="Rectangle: Rounded Corners 617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20" name="Rectangle: Rounded Corners 61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21" name="Rectangle: Rounded Corners 619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22" name="Rectangle: Rounded Corners 620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23" name="7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14" name="Freeform 15">
            <a:hlinkClick r:id="rId32" action="ppaction://hlinksldjump"/>
          </p:cNvPr>
          <p:cNvSpPr/>
          <p:nvPr/>
        </p:nvSpPr>
        <p:spPr>
          <a:xfrm>
            <a:off x="152433" y="3737673"/>
            <a:ext cx="656830" cy="65683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2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4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3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2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2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4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6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3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2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3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7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175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" fill="hold">
                      <p:stCondLst>
                        <p:cond delay="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634819" y="5105400"/>
            <a:ext cx="2818069" cy="4495800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sp>
        <p:nvSpPr>
          <p:cNvPr id="12" name="Freeform 8">
            <a:hlinkClick r:id="rId5" action="ppaction://hlinksldjump"/>
          </p:cNvPr>
          <p:cNvSpPr/>
          <p:nvPr/>
        </p:nvSpPr>
        <p:spPr>
          <a:xfrm>
            <a:off x="15116644" y="630821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39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4355109" y="7048326"/>
            <a:ext cx="9860636" cy="2284186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212383" y="945912"/>
            <a:ext cx="4754426" cy="987228"/>
            <a:chOff x="-750993" y="5483822"/>
            <a:chExt cx="4984544" cy="640082"/>
          </a:xfrm>
        </p:grpSpPr>
        <p:sp>
          <p:nvSpPr>
            <p:cNvPr id="57" name="Rectangle: Rounded Corners 5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8" name="Rectangle: Rounded Corners 57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Ở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9" name="Rectangle: Rounded Corners 5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I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0" name="Rectangle: Rounded Corners 59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M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1" name="Rectangle: Rounded Corners 60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Ở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67" name="Rectangle: Rounded Corners 66"/>
          <p:cNvSpPr/>
          <p:nvPr/>
        </p:nvSpPr>
        <p:spPr>
          <a:xfrm>
            <a:off x="5045075" y="1444625"/>
            <a:ext cx="872490" cy="98742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8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72" name="Freeform 12"/>
          <p:cNvSpPr/>
          <p:nvPr/>
        </p:nvSpPr>
        <p:spPr>
          <a:xfrm>
            <a:off x="3197496" y="1290681"/>
            <a:ext cx="1287099" cy="1287099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grpSp>
        <p:nvGrpSpPr>
          <p:cNvPr id="4" name="Group 3"/>
          <p:cNvGrpSpPr/>
          <p:nvPr/>
        </p:nvGrpSpPr>
        <p:grpSpPr>
          <a:xfrm>
            <a:off x="14969457" y="473171"/>
            <a:ext cx="3127649" cy="3012494"/>
            <a:chOff x="609135" y="797543"/>
            <a:chExt cx="2541571" cy="2541571"/>
          </a:xfrm>
        </p:grpSpPr>
        <p:sp>
          <p:nvSpPr>
            <p:cNvPr id="5" name="Oval 4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pic>
        <p:nvPicPr>
          <p:cNvPr id="9" name="Picture 8" descr="picture-98-1698142041-268-width1200height800 (1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8045" y="2400300"/>
            <a:ext cx="10098405" cy="5672455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7211748" y="952262"/>
            <a:ext cx="4754426" cy="987228"/>
            <a:chOff x="-750993" y="5483822"/>
            <a:chExt cx="4984544" cy="640082"/>
          </a:xfrm>
        </p:grpSpPr>
        <p:sp>
          <p:nvSpPr>
            <p:cNvPr id="13" name="Rectangle: Rounded Corners 5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57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" name="Rectangle: Rounded Corners 5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" name="Rectangle: Rounded Corners 59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" name="Rectangle: Rounded Corners 60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7" name="Text Box 6"/>
          <p:cNvSpPr txBox="1"/>
          <p:nvPr/>
        </p:nvSpPr>
        <p:spPr>
          <a:xfrm>
            <a:off x="4678680" y="8045450"/>
            <a:ext cx="9537065" cy="17722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5400">
                <a:solidFill>
                  <a:srgbClr val="FE8B7C"/>
                </a:solidFill>
                <a:latin typeface="Sitka Subheading Semibold" charset="0"/>
                <a:ea typeface="Microsoft YaHei" panose="020B0503020204020204" charset="-122"/>
                <a:cs typeface="Sitka Subheading Semibold" charset="0"/>
              </a:rPr>
              <a:t>Luôn sẵn lòng chia sẻ và kết nối với người khác</a:t>
            </a:r>
            <a:endParaRPr lang="en-US" sz="5400">
              <a:solidFill>
                <a:srgbClr val="FE8B7C"/>
              </a:solidFill>
              <a:latin typeface="Sitka Subheading Semibold" charset="0"/>
              <a:ea typeface="Microsoft YaHei" panose="020B0503020204020204" charset="-122"/>
              <a:cs typeface="Sitka Subheading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152219" y="5321935"/>
            <a:ext cx="2818069" cy="4495800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13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64964" y="7533466"/>
            <a:ext cx="9860636" cy="2284186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2585085" y="1086518"/>
            <a:ext cx="11861301" cy="1133476"/>
            <a:chOff x="-750993" y="5483822"/>
            <a:chExt cx="10052611" cy="64186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" name="Rectangle: Rounded Corners 1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I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" name="Rectangle: Rounded Corners 15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" name="Rectangle: Rounded Corners 16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R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" name="Rectangle: Rounded Corners 17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Á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" name="Rectangle: Rounded Corners 18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" name="Rectangle: Rounded Corners 19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" name="Rectangle: Rounded Corners 14"/>
            <p:cNvSpPr/>
            <p:nvPr/>
          </p:nvSpPr>
          <p:spPr>
            <a:xfrm>
              <a:off x="7382992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Ệ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14"/>
            <p:cNvSpPr/>
            <p:nvPr/>
          </p:nvSpPr>
          <p:spPr>
            <a:xfrm>
              <a:off x="8387218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M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30" name="Freeform 13"/>
          <p:cNvSpPr/>
          <p:nvPr/>
        </p:nvSpPr>
        <p:spPr>
          <a:xfrm>
            <a:off x="228587" y="931291"/>
            <a:ext cx="1288800" cy="12888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3" name="Freeform 8">
            <a:hlinkClick r:id="rId8" action="ppaction://hlinksldjump"/>
          </p:cNvPr>
          <p:cNvSpPr/>
          <p:nvPr/>
        </p:nvSpPr>
        <p:spPr>
          <a:xfrm>
            <a:off x="15544634" y="651522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6"/>
          <p:cNvGrpSpPr/>
          <p:nvPr/>
        </p:nvGrpSpPr>
        <p:grpSpPr>
          <a:xfrm>
            <a:off x="14969457" y="473171"/>
            <a:ext cx="3127649" cy="3012494"/>
            <a:chOff x="609135" y="797543"/>
            <a:chExt cx="2541571" cy="2541571"/>
          </a:xfrm>
        </p:grpSpPr>
        <p:sp>
          <p:nvSpPr>
            <p:cNvPr id="9" name="Oval 8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pic>
        <p:nvPicPr>
          <p:cNvPr id="31" name="Picture 30" descr="Picture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07360" y="2476500"/>
            <a:ext cx="12338050" cy="5205730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2696845" y="1104933"/>
            <a:ext cx="11861301" cy="1133476"/>
            <a:chOff x="-750993" y="5483822"/>
            <a:chExt cx="10052611" cy="641860"/>
          </a:xfrm>
        </p:grpSpPr>
        <p:sp>
          <p:nvSpPr>
            <p:cNvPr id="3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6" name="Rectangle: Rounded Corners 14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7" name="Rectangle: Rounded Corners 15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" name="Rectangle: Rounded Corners 16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" name="Rectangle: Rounded Corners 17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" name="Rectangle: Rounded Corners 18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" name="Rectangle: Rounded Corners 19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" name="Rectangle: Rounded Corners 14"/>
            <p:cNvSpPr/>
            <p:nvPr/>
          </p:nvSpPr>
          <p:spPr>
            <a:xfrm>
              <a:off x="7382992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" name="Rectangle: Rounded Corners 14"/>
            <p:cNvSpPr/>
            <p:nvPr/>
          </p:nvSpPr>
          <p:spPr>
            <a:xfrm>
              <a:off x="8387218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4114800" y="7981950"/>
            <a:ext cx="10106025" cy="25844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Luôn hoàn thành nhiệm vụ và không né tránh những công việc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ợc giao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B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1223968" y="6734518"/>
            <a:ext cx="1955040" cy="2621973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49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64964" y="7533466"/>
            <a:ext cx="9860636" cy="2284186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5791200" y="1028663"/>
            <a:ext cx="6721513" cy="1032341"/>
            <a:chOff x="-750993" y="5483822"/>
            <a:chExt cx="6989910" cy="641860"/>
          </a:xfrm>
        </p:grpSpPr>
        <p:sp>
          <p:nvSpPr>
            <p:cNvPr id="16" name="Rectangle: Rounded Corners 15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Â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" name="Rectangle: Rounded Corners 16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M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3" name="Rectangle: Rounded Corners 2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Q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4" name="Rectangle: Rounded Corners 23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5" name="Rectangle: Rounded Corners 24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A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6" name="Rectangle: Rounded Corners 25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7" name="Rectangle: Rounded Corners 26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55" name="Freeform 14"/>
          <p:cNvSpPr/>
          <p:nvPr/>
        </p:nvSpPr>
        <p:spPr>
          <a:xfrm>
            <a:off x="1388674" y="1176103"/>
            <a:ext cx="1288800" cy="12888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9" name="Freeform 8">
            <a:hlinkClick r:id="rId8" action="ppaction://hlinksldjump"/>
          </p:cNvPr>
          <p:cNvSpPr/>
          <p:nvPr/>
        </p:nvSpPr>
        <p:spPr>
          <a:xfrm>
            <a:off x="15116644" y="630821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3"/>
          <p:cNvGrpSpPr/>
          <p:nvPr/>
        </p:nvGrpSpPr>
        <p:grpSpPr>
          <a:xfrm>
            <a:off x="15101759" y="145173"/>
            <a:ext cx="3127649" cy="3012494"/>
            <a:chOff x="609135" y="797543"/>
            <a:chExt cx="2541571" cy="2541571"/>
          </a:xfrm>
        </p:grpSpPr>
        <p:sp>
          <p:nvSpPr>
            <p:cNvPr id="5" name="Oval 4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5918200" y="1155663"/>
            <a:ext cx="6721513" cy="1032341"/>
            <a:chOff x="-750993" y="5483822"/>
            <a:chExt cx="6989910" cy="641860"/>
          </a:xfrm>
        </p:grpSpPr>
        <p:sp>
          <p:nvSpPr>
            <p:cNvPr id="68" name="Rectangle: Rounded Corners 15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9" name="Rectangle: Rounded Corners 16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0" name="Rectangle: Rounded Corners 2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1" name="Rectangle: Rounded Corners 23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2" name="Rectangle: Rounded Corners 24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3" name="Rectangle: Rounded Corners 25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4" name="Rectangle: Rounded Corners 26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pic>
        <p:nvPicPr>
          <p:cNvPr id="75" name="Picture 74" descr="Picture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62400" y="2395855"/>
            <a:ext cx="9720580" cy="57531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792345" y="8343900"/>
            <a:ext cx="8890635" cy="1753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Biết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ể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ý, 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suy ngh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ĩ 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ến cảm xúc của ng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ời khác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75920" y="6362820"/>
            <a:ext cx="2207315" cy="2971800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45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64964" y="7533466"/>
            <a:ext cx="9860636" cy="2284186"/>
          </a:xfrm>
          <a:prstGeom prst="rect">
            <a:avLst/>
          </a:prstGeom>
        </p:spPr>
      </p:pic>
      <p:grpSp>
        <p:nvGrpSpPr>
          <p:cNvPr id="15" name="Group 14"/>
          <p:cNvGrpSpPr/>
          <p:nvPr/>
        </p:nvGrpSpPr>
        <p:grpSpPr>
          <a:xfrm>
            <a:off x="4278992" y="876383"/>
            <a:ext cx="13614803" cy="1165568"/>
            <a:chOff x="-749160" y="5483822"/>
            <a:chExt cx="13100708" cy="684855"/>
          </a:xfrm>
        </p:grpSpPr>
        <p:sp>
          <p:nvSpPr>
            <p:cNvPr id="16" name="Rectangle: Rounded Corners 15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" name="Rectangle: Rounded Corners 16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" name="Rectangle: Rounded Corners 17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Y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9" name="Rectangle: Rounded Corners 18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Ế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0" name="Rectangle: Rounded Corners 19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2" name="Rectangle: Rounded Corners 21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3" name="Rectangle: Rounded Corners 22"/>
            <p:cNvSpPr/>
            <p:nvPr/>
          </p:nvSpPr>
          <p:spPr>
            <a:xfrm>
              <a:off x="11437148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4" name="Rectangle: Rounded Corners 23"/>
            <p:cNvSpPr/>
            <p:nvPr/>
          </p:nvSpPr>
          <p:spPr>
            <a:xfrm>
              <a:off x="-749160" y="5485688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5" name="Rectangle: Rounded Corners 24"/>
            <p:cNvSpPr/>
            <p:nvPr/>
          </p:nvSpPr>
          <p:spPr>
            <a:xfrm>
              <a:off x="226320" y="5528597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6" name="Rectangle: Rounded Corners 25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I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7" name="Rectangle: Rounded Corners 26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Ệ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8" name="Rectangle: Rounded Corners 27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53" name="Freeform 15"/>
          <p:cNvSpPr/>
          <p:nvPr/>
        </p:nvSpPr>
        <p:spPr>
          <a:xfrm>
            <a:off x="257377" y="1412113"/>
            <a:ext cx="1316638" cy="1316638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6" name="Freeform 8">
            <a:hlinkClick r:id="rId8" action="ppaction://hlinksldjump"/>
          </p:cNvPr>
          <p:cNvSpPr/>
          <p:nvPr/>
        </p:nvSpPr>
        <p:spPr>
          <a:xfrm>
            <a:off x="15116644" y="630821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3"/>
          <p:cNvGrpSpPr/>
          <p:nvPr/>
        </p:nvGrpSpPr>
        <p:grpSpPr>
          <a:xfrm>
            <a:off x="15174296" y="2472543"/>
            <a:ext cx="3127649" cy="3012494"/>
            <a:chOff x="609135" y="797543"/>
            <a:chExt cx="2541571" cy="2541571"/>
          </a:xfrm>
        </p:grpSpPr>
        <p:sp>
          <p:nvSpPr>
            <p:cNvPr id="5" name="Oval 4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pic>
        <p:nvPicPr>
          <p:cNvPr id="7" name="Picture 6" descr="Picture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1400" y="2019935"/>
            <a:ext cx="11408410" cy="6350000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4190727" y="800183"/>
            <a:ext cx="13616708" cy="1092394"/>
            <a:chOff x="-750993" y="5483822"/>
            <a:chExt cx="13102541" cy="641860"/>
          </a:xfrm>
        </p:grpSpPr>
        <p:sp>
          <p:nvSpPr>
            <p:cNvPr id="10" name="Rectangle: Rounded Corners 15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2" name="Rectangle: Rounded Corners 16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" name="Rectangle: Rounded Corners 17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18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7" name="Rectangle: Rounded Corners 19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" name="Rectangle: Rounded Corners 21"/>
            <p:cNvSpPr/>
            <p:nvPr/>
          </p:nvSpPr>
          <p:spPr>
            <a:xfrm>
              <a:off x="10411572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" name="Rectangle: Rounded Corners 22"/>
            <p:cNvSpPr/>
            <p:nvPr/>
          </p:nvSpPr>
          <p:spPr>
            <a:xfrm>
              <a:off x="11437148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" name="Rectangle: Rounded Corners 23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" name="Rectangle: Rounded Corners 24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" name="Rectangle: Rounded Corners 25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" name="Rectangle: Rounded Corners 26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6" name="Rectangle: Rounded Corners 27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4059555" y="8423910"/>
            <a:ext cx="10579100" cy="175323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Say mê, h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ă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ng hái, hết mình với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iều bản thân theo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uổi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609600" y="5800281"/>
            <a:ext cx="3437217" cy="4169737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28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64964" y="7533466"/>
            <a:ext cx="9860636" cy="2284186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687570" y="1329216"/>
            <a:ext cx="9644235" cy="1277686"/>
            <a:chOff x="-750993" y="5483822"/>
            <a:chExt cx="8244868" cy="667400"/>
          </a:xfrm>
        </p:grpSpPr>
        <p:sp>
          <p:nvSpPr>
            <p:cNvPr id="9" name="Rectangle: Rounded Corners 8"/>
            <p:cNvSpPr/>
            <p:nvPr/>
          </p:nvSpPr>
          <p:spPr>
            <a:xfrm>
              <a:off x="6579475" y="551114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" name="Rectangle: Rounded Corners 1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13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Ô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6" name="Rectangle: Rounded Corners 25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7" name="Rectangle: Rounded Corners 26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T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0" name="Rectangle: Rounded Corners 29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R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7" name="Rectangle: Rounded Corners 29"/>
            <p:cNvSpPr/>
            <p:nvPr/>
          </p:nvSpPr>
          <p:spPr>
            <a:xfrm>
              <a:off x="4426589" y="5483825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Ọ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8" name="Rectangle: Rounded Corners 8"/>
            <p:cNvSpPr/>
            <p:nvPr/>
          </p:nvSpPr>
          <p:spPr>
            <a:xfrm>
              <a:off x="5480721" y="5492900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43" name="Freeform 17"/>
          <p:cNvSpPr/>
          <p:nvPr/>
        </p:nvSpPr>
        <p:spPr>
          <a:xfrm>
            <a:off x="1109561" y="1328983"/>
            <a:ext cx="1302511" cy="1302511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6" name="Freeform 8">
            <a:hlinkClick r:id="rId8" action="ppaction://hlinksldjump"/>
          </p:cNvPr>
          <p:cNvSpPr/>
          <p:nvPr/>
        </p:nvSpPr>
        <p:spPr>
          <a:xfrm>
            <a:off x="15116644" y="630821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1"/>
          <p:cNvGrpSpPr/>
          <p:nvPr/>
        </p:nvGrpSpPr>
        <p:grpSpPr>
          <a:xfrm>
            <a:off x="14969457" y="473171"/>
            <a:ext cx="3127649" cy="3012494"/>
            <a:chOff x="609135" y="797543"/>
            <a:chExt cx="2541571" cy="2541571"/>
          </a:xfrm>
        </p:grpSpPr>
        <p:sp>
          <p:nvSpPr>
            <p:cNvPr id="15" name="Oval 14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pic>
        <p:nvPicPr>
          <p:cNvPr id="19" name="Picture 18" descr="ton_trong_la_gi_cover_30134438b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99000" y="2781300"/>
            <a:ext cx="9538970" cy="6354445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4814570" y="1456216"/>
            <a:ext cx="9644235" cy="1277686"/>
            <a:chOff x="-750993" y="5483822"/>
            <a:chExt cx="8244868" cy="667400"/>
          </a:xfrm>
        </p:grpSpPr>
        <p:sp>
          <p:nvSpPr>
            <p:cNvPr id="21" name="Rectangle: Rounded Corners 8"/>
            <p:cNvSpPr/>
            <p:nvPr/>
          </p:nvSpPr>
          <p:spPr>
            <a:xfrm>
              <a:off x="6579475" y="551114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2" name="Rectangle: Rounded Corners 12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3" name="Rectangle: Rounded Corners 13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4" name="Rectangle: Rounded Corners 25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5" name="Rectangle: Rounded Corners 26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9" name="Rectangle: Rounded Corners 29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" name="Rectangle: Rounded Corners 29"/>
            <p:cNvSpPr/>
            <p:nvPr/>
          </p:nvSpPr>
          <p:spPr>
            <a:xfrm>
              <a:off x="4426589" y="5483825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" name="Rectangle: Rounded Corners 8"/>
            <p:cNvSpPr/>
            <p:nvPr/>
          </p:nvSpPr>
          <p:spPr>
            <a:xfrm>
              <a:off x="5480721" y="5492900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4699000" y="2933700"/>
            <a:ext cx="9669780" cy="22739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Biết nhìn nhận,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ề cao giá trị và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ý 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kiến của ng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ời khác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-228600" y="3314891"/>
            <a:ext cx="3437217" cy="4169737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228604" y="986764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28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15079" y="114126"/>
            <a:ext cx="9860636" cy="2284186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973724" y="1562110"/>
            <a:ext cx="8879783" cy="1096903"/>
            <a:chOff x="-750993" y="5483822"/>
            <a:chExt cx="7994108" cy="64186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P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" name="Rectangle: Rounded Corners 8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" name="Rectangle: Rounded Corners 12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Ễ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13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P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" name="Rectangle: Rounded Corners 14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" name="Rectangle: Rounded Corners 15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É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27" name="Freeform 16"/>
          <p:cNvSpPr/>
          <p:nvPr/>
        </p:nvSpPr>
        <p:spPr>
          <a:xfrm>
            <a:off x="2939142" y="1403517"/>
            <a:ext cx="1190231" cy="1190231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1" name="Freeform 8">
            <a:hlinkClick r:id="rId8" action="ppaction://hlinksldjump"/>
          </p:cNvPr>
          <p:cNvSpPr/>
          <p:nvPr/>
        </p:nvSpPr>
        <p:spPr>
          <a:xfrm>
            <a:off x="15345244" y="377202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1"/>
          <p:cNvGrpSpPr/>
          <p:nvPr/>
        </p:nvGrpSpPr>
        <p:grpSpPr>
          <a:xfrm>
            <a:off x="14969457" y="473171"/>
            <a:ext cx="3127649" cy="3012494"/>
            <a:chOff x="609135" y="797543"/>
            <a:chExt cx="2541571" cy="2541571"/>
          </a:xfrm>
        </p:grpSpPr>
        <p:sp>
          <p:nvSpPr>
            <p:cNvPr id="29" name="Oval 28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pic>
        <p:nvPicPr>
          <p:cNvPr id="32" name="Picture 31" descr="Picture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8655" y="3009900"/>
            <a:ext cx="7288530" cy="5787390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6100724" y="1689110"/>
            <a:ext cx="8879783" cy="1096903"/>
            <a:chOff x="-750993" y="5483822"/>
            <a:chExt cx="7994108" cy="641860"/>
          </a:xfrm>
        </p:grpSpPr>
        <p:sp>
          <p:nvSpPr>
            <p:cNvPr id="3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6" name="Rectangle: Rounded Corners 5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7" name="Rectangle: Rounded Corners 8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" name="Rectangle: Rounded Corners 12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" name="Rectangle: Rounded Corners 13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" name="Rectangle: Rounded Corners 14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" name="Rectangle: Rounded Corners 15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7" name="Text Box 6"/>
          <p:cNvSpPr txBox="1"/>
          <p:nvPr/>
        </p:nvSpPr>
        <p:spPr>
          <a:xfrm>
            <a:off x="2939415" y="8648700"/>
            <a:ext cx="13036550" cy="289496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Biết th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a gửi, chào hỏi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ối với ng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ời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 lớn tuổi hơn mình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-609600" y="5524691"/>
            <a:ext cx="3437217" cy="4169737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28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62679" y="1942926"/>
            <a:ext cx="9860636" cy="2284186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882041" y="1486116"/>
            <a:ext cx="7475274" cy="1039358"/>
            <a:chOff x="-750993" y="5483822"/>
            <a:chExt cx="6989910" cy="64186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" name="Rectangle: Rounded Corners 8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" name="Rectangle: Rounded Corners 12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13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Ủ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" name="Rectangle: Rounded Corners 14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Đ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6" name="Rectangle: Rounded Corners 15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Ộ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27" name="Freeform 18"/>
          <p:cNvSpPr/>
          <p:nvPr/>
        </p:nvSpPr>
        <p:spPr>
          <a:xfrm>
            <a:off x="3099893" y="1463517"/>
            <a:ext cx="1169559" cy="1169559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1" name="Freeform 8">
            <a:hlinkClick r:id="rId8" action="ppaction://hlinksldjump"/>
          </p:cNvPr>
          <p:cNvSpPr/>
          <p:nvPr/>
        </p:nvSpPr>
        <p:spPr>
          <a:xfrm>
            <a:off x="15773234" y="613422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1"/>
          <p:cNvGrpSpPr/>
          <p:nvPr/>
        </p:nvGrpSpPr>
        <p:grpSpPr>
          <a:xfrm>
            <a:off x="14969457" y="473171"/>
            <a:ext cx="3127649" cy="3012494"/>
            <a:chOff x="609135" y="797543"/>
            <a:chExt cx="2541571" cy="2541571"/>
          </a:xfrm>
        </p:grpSpPr>
        <p:sp>
          <p:nvSpPr>
            <p:cNvPr id="29" name="Oval 28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pic>
        <p:nvPicPr>
          <p:cNvPr id="32" name="Picture 31" descr="chu-dong-la-gi-1-171646957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0" y="2705100"/>
            <a:ext cx="8735060" cy="4841240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6009041" y="1613116"/>
            <a:ext cx="7475274" cy="1039358"/>
            <a:chOff x="-750993" y="5483822"/>
            <a:chExt cx="6989910" cy="641860"/>
          </a:xfrm>
        </p:grpSpPr>
        <p:sp>
          <p:nvSpPr>
            <p:cNvPr id="3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6" name="Rectangle: Rounded Corners 8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7" name="Rectangle: Rounded Corners 12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9" name="Rectangle: Rounded Corners 13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" name="Rectangle: Rounded Corners 14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" name="Rectangle: Rounded Corners 15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3048000" y="7601585"/>
            <a:ext cx="12715240" cy="21761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Không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ợi ng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ời khác nhắc nhở mà tự mình bắt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ầu công việc và tích cực xây dựng môi tr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ờng học tập chung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609600" y="5800281"/>
            <a:ext cx="3437217" cy="4169737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28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87139" y="-38274"/>
            <a:ext cx="9860636" cy="2284186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7087235" y="1257453"/>
            <a:ext cx="8485896" cy="1097106"/>
            <a:chOff x="-750993" y="5483822"/>
            <a:chExt cx="7994108" cy="64186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" name="Rectangle: Rounded Corners 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" name="Rectangle: Rounded Corners 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Ỗ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" name="Rectangle: Rounded Corners 12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13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Ự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5" name="Rectangle: Rounded Corners 14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25" name="Freeform 19"/>
          <p:cNvSpPr/>
          <p:nvPr/>
        </p:nvSpPr>
        <p:spPr>
          <a:xfrm>
            <a:off x="4087104" y="1339509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9" name="Freeform 8">
            <a:hlinkClick r:id="rId8" action="ppaction://hlinksldjump"/>
          </p:cNvPr>
          <p:cNvSpPr/>
          <p:nvPr/>
        </p:nvSpPr>
        <p:spPr>
          <a:xfrm>
            <a:off x="15116644" y="630821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photo-1-16284161637124779413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6060" y="2628900"/>
            <a:ext cx="8698865" cy="483616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7214235" y="1384453"/>
            <a:ext cx="8485896" cy="1097106"/>
            <a:chOff x="-750993" y="5483822"/>
            <a:chExt cx="7994108" cy="641860"/>
          </a:xfrm>
        </p:grpSpPr>
        <p:sp>
          <p:nvSpPr>
            <p:cNvPr id="27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0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1" name="Rectangle: Rounded Corners 5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2" name="Rectangle: Rounded Corners 6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3" name="Rectangle: Rounded Corners 8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4" name="Rectangle: Rounded Corners 12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5" name="Rectangle: Rounded Corners 13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6" name="Rectangle: Rounded Corners 14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8" name="Text Box 7"/>
          <p:cNvSpPr txBox="1"/>
          <p:nvPr/>
        </p:nvSpPr>
        <p:spPr>
          <a:xfrm>
            <a:off x="3033395" y="7847965"/>
            <a:ext cx="13243560" cy="36798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Yếu tố nội tại quan trọng nhất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ể biến 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mục tiêu thành hiện thực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04801" y="-516392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0" y="4381691"/>
            <a:ext cx="3437217" cy="4169737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28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64964" y="7533466"/>
            <a:ext cx="9860636" cy="2284186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191000" y="879520"/>
            <a:ext cx="9391016" cy="1102401"/>
            <a:chOff x="-750993" y="5483822"/>
            <a:chExt cx="8050918" cy="64186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7" name="Rectangle: Rounded Corners 6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Ắ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9" name="Rectangle: Rounded Corners 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3" name="Rectangle: Rounded Corners 12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14" name="Rectangle: Rounded Corners 13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27" name="Rectangle: Rounded Corners 4"/>
            <p:cNvSpPr/>
            <p:nvPr/>
          </p:nvSpPr>
          <p:spPr>
            <a:xfrm>
              <a:off x="6385525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07545E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E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23" name="Freeform 20"/>
          <p:cNvSpPr/>
          <p:nvPr/>
        </p:nvSpPr>
        <p:spPr>
          <a:xfrm>
            <a:off x="762313" y="1409837"/>
            <a:ext cx="1161954" cy="1161954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6" name="Freeform 8">
            <a:hlinkClick r:id="rId8" action="ppaction://hlinksldjump"/>
          </p:cNvPr>
          <p:cNvSpPr/>
          <p:nvPr/>
        </p:nvSpPr>
        <p:spPr>
          <a:xfrm>
            <a:off x="15163634" y="400062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1"/>
          <p:cNvGrpSpPr/>
          <p:nvPr/>
        </p:nvGrpSpPr>
        <p:grpSpPr>
          <a:xfrm>
            <a:off x="14969457" y="473171"/>
            <a:ext cx="3127649" cy="3012494"/>
            <a:chOff x="609135" y="797543"/>
            <a:chExt cx="2541571" cy="2541571"/>
          </a:xfrm>
        </p:grpSpPr>
        <p:sp>
          <p:nvSpPr>
            <p:cNvPr id="24" name="Oval 23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1"/>
              <p:extLst>
                <p:ext uri="{DAA4B4D4-6D71-4841-9C94-3DE7FCFB9230}">
                  <p14:media xmlns:p14="http://schemas.microsoft.com/office/powerpoint/2010/main" r:embed="rId12"/>
                </p:ext>
              </p:extLst>
            </p:nvPr>
          </p:nvPicPr>
          <p:blipFill rotWithShape="1">
            <a:blip r:embed="rId13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4257675" y="876345"/>
            <a:ext cx="9391016" cy="1102401"/>
            <a:chOff x="-750993" y="5483822"/>
            <a:chExt cx="8050918" cy="641860"/>
          </a:xfrm>
        </p:grpSpPr>
        <p:sp>
          <p:nvSpPr>
            <p:cNvPr id="30" name="Rectangle: Rounded Corners 3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1" name="Rectangle: Rounded Corners 4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2" name="Rectangle: Rounded Corners 5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3" name="Rectangle: Rounded Corners 6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4" name="Rectangle: Rounded Corners 8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5" name="Rectangle: Rounded Corners 12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6" name="Rectangle: Rounded Corners 13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37" name="Rectangle: Rounded Corners 4"/>
            <p:cNvSpPr/>
            <p:nvPr/>
          </p:nvSpPr>
          <p:spPr>
            <a:xfrm>
              <a:off x="6385525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pic>
        <p:nvPicPr>
          <p:cNvPr id="39" name="Picture 38" descr="Picture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4800" y="2247900"/>
            <a:ext cx="9860280" cy="616267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2590800" y="8420100"/>
            <a:ext cx="13467080" cy="181165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Khi ng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ời khác bày tỏ quan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iểm, bạn tập trung nghe và cố gắng hiểu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iều họ chia sẻ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354331" y="-497977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8"/>
                </a:moveTo>
                <a:lnTo>
                  <a:pt x="0" y="1511818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8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6"/>
          <p:cNvSpPr/>
          <p:nvPr/>
        </p:nvSpPr>
        <p:spPr>
          <a:xfrm>
            <a:off x="-304800" y="4229291"/>
            <a:ext cx="3437217" cy="4169737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"/>
          <p:cNvSpPr/>
          <p:nvPr/>
        </p:nvSpPr>
        <p:spPr>
          <a:xfrm flipH="1">
            <a:off x="-354334" y="9531091"/>
            <a:ext cx="18996661" cy="1511818"/>
          </a:xfrm>
          <a:custGeom>
            <a:avLst/>
            <a:gdLst/>
            <a:ahLst/>
            <a:cxnLst/>
            <a:rect l="l" t="t" r="r" b="b"/>
            <a:pathLst>
              <a:path w="18996661" h="1511818">
                <a:moveTo>
                  <a:pt x="18996662" y="1511817"/>
                </a:moveTo>
                <a:lnTo>
                  <a:pt x="0" y="1511817"/>
                </a:lnTo>
                <a:lnTo>
                  <a:pt x="0" y="0"/>
                </a:lnTo>
                <a:lnTo>
                  <a:pt x="18996662" y="0"/>
                </a:lnTo>
                <a:lnTo>
                  <a:pt x="18996662" y="1511817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</p:sp>
      <p:pic>
        <p:nvPicPr>
          <p:cNvPr id="28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64964" y="7533466"/>
            <a:ext cx="9860636" cy="2284186"/>
          </a:xfrm>
          <a:prstGeom prst="rect">
            <a:avLst/>
          </a:prstGeom>
        </p:spPr>
      </p:pic>
      <p:sp>
        <p:nvSpPr>
          <p:cNvPr id="35" name="từ khóa">
            <a:hlinkClick r:id="rId6" action="ppaction://hlinksldjump"/>
          </p:cNvPr>
          <p:cNvSpPr/>
          <p:nvPr/>
        </p:nvSpPr>
        <p:spPr>
          <a:xfrm>
            <a:off x="1159730" y="1479843"/>
            <a:ext cx="3235712" cy="890603"/>
          </a:xfrm>
          <a:prstGeom prst="round2DiagRect">
            <a:avLst>
              <a:gd name="adj1" fmla="val 43453"/>
              <a:gd name="adj2" fmla="val 0"/>
            </a:avLst>
          </a:prstGeom>
          <a:solidFill>
            <a:srgbClr val="FE8B7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Từ</a:t>
            </a: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 </a:t>
            </a:r>
            <a:r>
              <a:rPr kumimoji="0" lang="en-US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khóa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648200" y="1307208"/>
            <a:ext cx="10130708" cy="978669"/>
            <a:chOff x="-750993" y="5483822"/>
            <a:chExt cx="10055856" cy="641860"/>
          </a:xfrm>
        </p:grpSpPr>
        <p:sp>
          <p:nvSpPr>
            <p:cNvPr id="39" name="Rectangle: Rounded Corners 38"/>
            <p:cNvSpPr/>
            <p:nvPr/>
          </p:nvSpPr>
          <p:spPr>
            <a:xfrm>
              <a:off x="4320319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L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0" name="Rectangle: Rounded Corners 39"/>
            <p:cNvSpPr/>
            <p:nvPr/>
          </p:nvSpPr>
          <p:spPr>
            <a:xfrm>
              <a:off x="5324517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Ò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1" name="Rectangle: Rounded Corners 40"/>
            <p:cNvSpPr/>
            <p:nvPr/>
          </p:nvSpPr>
          <p:spPr>
            <a:xfrm>
              <a:off x="6328715" y="548560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2" name="Rectangle: Rounded Corners 41"/>
            <p:cNvSpPr/>
            <p:nvPr/>
          </p:nvSpPr>
          <p:spPr>
            <a:xfrm>
              <a:off x="7345626" y="5485601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3" name="Rectangle: Rounded Corners 42"/>
            <p:cNvSpPr/>
            <p:nvPr/>
          </p:nvSpPr>
          <p:spPr>
            <a:xfrm>
              <a:off x="8390463" y="5485602"/>
              <a:ext cx="914400" cy="640080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4" name="Rectangle: Rounded Corners 43"/>
            <p:cNvSpPr/>
            <p:nvPr/>
          </p:nvSpPr>
          <p:spPr>
            <a:xfrm>
              <a:off x="-750993" y="5483823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C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5" name="Rectangle: Rounded Corners 44"/>
            <p:cNvSpPr/>
            <p:nvPr/>
          </p:nvSpPr>
          <p:spPr>
            <a:xfrm>
              <a:off x="253205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H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6" name="Rectangle: Rounded Corners 45"/>
            <p:cNvSpPr/>
            <p:nvPr/>
          </p:nvSpPr>
          <p:spPr>
            <a:xfrm>
              <a:off x="1257403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U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7" name="Rectangle: Rounded Corners 46"/>
            <p:cNvSpPr/>
            <p:nvPr/>
          </p:nvSpPr>
          <p:spPr>
            <a:xfrm>
              <a:off x="2274314" y="5483822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N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  <p:sp>
          <p:nvSpPr>
            <p:cNvPr id="48" name="Rectangle: Rounded Corners 47"/>
            <p:cNvSpPr/>
            <p:nvPr/>
          </p:nvSpPr>
          <p:spPr>
            <a:xfrm>
              <a:off x="3319151" y="5483824"/>
              <a:ext cx="914400" cy="640080"/>
            </a:xfrm>
            <a:prstGeom prst="roundRect">
              <a:avLst/>
            </a:prstGeom>
            <a:solidFill>
              <a:srgbClr val="E6DDC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0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G</a:t>
              </a:r>
              <a:endPara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endParaRPr>
            </a:p>
          </p:txBody>
        </p:sp>
      </p:grpSp>
      <p:sp>
        <p:nvSpPr>
          <p:cNvPr id="62" name="Freeform 8">
            <a:hlinkClick r:id="rId7" action="ppaction://hlinksldjump"/>
          </p:cNvPr>
          <p:cNvSpPr/>
          <p:nvPr/>
        </p:nvSpPr>
        <p:spPr>
          <a:xfrm>
            <a:off x="15116644" y="6308210"/>
            <a:ext cx="3715605" cy="4734699"/>
          </a:xfrm>
          <a:custGeom>
            <a:avLst/>
            <a:gdLst/>
            <a:ahLst/>
            <a:cxnLst/>
            <a:rect l="l" t="t" r="r" b="b"/>
            <a:pathLst>
              <a:path w="2962656" h="4114800">
                <a:moveTo>
                  <a:pt x="0" y="0"/>
                </a:moveTo>
                <a:lnTo>
                  <a:pt x="2962656" y="0"/>
                </a:lnTo>
                <a:lnTo>
                  <a:pt x="29626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2"/>
          <p:cNvGrpSpPr/>
          <p:nvPr/>
        </p:nvGrpSpPr>
        <p:grpSpPr>
          <a:xfrm>
            <a:off x="14969457" y="473171"/>
            <a:ext cx="3127649" cy="3012494"/>
            <a:chOff x="609135" y="797543"/>
            <a:chExt cx="2541571" cy="2541571"/>
          </a:xfrm>
        </p:grpSpPr>
        <p:sp>
          <p:nvSpPr>
            <p:cNvPr id="4" name="Oval 3"/>
            <p:cNvSpPr/>
            <p:nvPr/>
          </p:nvSpPr>
          <p:spPr>
            <a:xfrm>
              <a:off x="609135" y="797543"/>
              <a:ext cx="2541571" cy="25415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Đồng hồ đếm ngược 10 giây">
              <a:hlinkClick r:id="" action="ppaction://media"/>
            </p:cNvPr>
            <p:cNvPicPr>
              <a:picLocks noChangeAspect="1"/>
            </p:cNvPicPr>
            <p:nvPr>
              <a:videoFile r:link="rId10"/>
              <p:extLst>
                <p:ext uri="{DAA4B4D4-6D71-4841-9C94-3DE7FCFB9230}">
                  <p14:media xmlns:p14="http://schemas.microsoft.com/office/powerpoint/2010/main" r:embed="rId11"/>
                </p:ext>
              </p:extLst>
            </p:nvPr>
          </p:nvPicPr>
          <p:blipFill rotWithShape="1">
            <a:blip r:embed="rId12"/>
            <a:srcRect l="21498" t="13447" r="27411" b="12953"/>
            <a:stretch>
              <a:fillRect/>
            </a:stretch>
          </p:blipFill>
          <p:spPr>
            <a:xfrm>
              <a:off x="914400" y="1264422"/>
              <a:ext cx="1935553" cy="1568418"/>
            </a:xfrm>
            <a:prstGeom prst="rect">
              <a:avLst/>
            </a:prstGeom>
          </p:spPr>
        </p:pic>
      </p:grpSp>
      <p:pic>
        <p:nvPicPr>
          <p:cNvPr id="6" name="Picture 5" descr="istockphoto-2173412090-612x6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52010" y="2476500"/>
            <a:ext cx="9174480" cy="583755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200400" y="8227060"/>
            <a:ext cx="12299950" cy="454914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Cùng h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ớng về mục tiêu,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ồng tâm hiệp lực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ể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ạt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đư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ợc mục </a:t>
            </a:r>
            <a:r>
              <a:rPr lang="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đ</a:t>
            </a:r>
            <a:r>
              <a:rPr lang="en-US" altLang="en-US" sz="5400">
                <a:solidFill>
                  <a:srgbClr val="FE8B7C"/>
                </a:solidFill>
                <a:latin typeface="Sitka Text Semibold" charset="0"/>
                <a:ea typeface="Microsoft YaHei" panose="020B0503020204020204" charset="-122"/>
                <a:cs typeface="Sitka Text Semibold" charset="0"/>
              </a:rPr>
              <a:t>ích chung trong tập thể</a:t>
            </a:r>
            <a:endParaRPr lang="en-US" altLang="en-US" sz="5400">
              <a:solidFill>
                <a:srgbClr val="FE8B7C"/>
              </a:solidFill>
              <a:latin typeface="Sitka Text Semibold" charset="0"/>
              <a:ea typeface="Microsoft YaHei" panose="020B0503020204020204" charset="-122"/>
              <a:cs typeface="Sitka Text Semibold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8018145" y="0"/>
            <a:ext cx="10269855" cy="10287000"/>
          </a:xfrm>
          <a:custGeom>
            <a:avLst/>
            <a:gdLst/>
            <a:ahLst/>
            <a:cxnLst/>
            <a:rect l="l" t="t" r="r" b="b"/>
            <a:pathLst>
              <a:path w="10269855" h="10287000">
                <a:moveTo>
                  <a:pt x="0" y="10287000"/>
                </a:moveTo>
                <a:lnTo>
                  <a:pt x="10269855" y="10287000"/>
                </a:lnTo>
                <a:lnTo>
                  <a:pt x="10269855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8573"/>
            <a:ext cx="10269855" cy="10287000"/>
          </a:xfrm>
          <a:custGeom>
            <a:avLst/>
            <a:gdLst/>
            <a:ahLst/>
            <a:cxnLst/>
            <a:rect l="l" t="t" r="r" b="b"/>
            <a:pathLst>
              <a:path w="10269855" h="10287000">
                <a:moveTo>
                  <a:pt x="0" y="0"/>
                </a:moveTo>
                <a:lnTo>
                  <a:pt x="10269855" y="0"/>
                </a:lnTo>
                <a:lnTo>
                  <a:pt x="10269855" y="10287001"/>
                </a:lnTo>
                <a:lnTo>
                  <a:pt x="0" y="1028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385418" y="1257300"/>
            <a:ext cx="13783001" cy="8229600"/>
          </a:xfrm>
          <a:custGeom>
            <a:avLst/>
            <a:gdLst/>
            <a:ahLst/>
            <a:cxnLst/>
            <a:rect l="l" t="t" r="r" b="b"/>
            <a:pathLst>
              <a:path w="13783001" h="8229600">
                <a:moveTo>
                  <a:pt x="0" y="0"/>
                </a:moveTo>
                <a:lnTo>
                  <a:pt x="13783000" y="0"/>
                </a:lnTo>
                <a:lnTo>
                  <a:pt x="13783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2734" y="5108562"/>
            <a:ext cx="2483514" cy="4114800"/>
          </a:xfrm>
          <a:custGeom>
            <a:avLst/>
            <a:gdLst/>
            <a:ahLst/>
            <a:cxnLst/>
            <a:rect l="l" t="t" r="r" b="b"/>
            <a:pathLst>
              <a:path w="2483514" h="4114800">
                <a:moveTo>
                  <a:pt x="0" y="0"/>
                </a:moveTo>
                <a:lnTo>
                  <a:pt x="2483514" y="0"/>
                </a:lnTo>
                <a:lnTo>
                  <a:pt x="24835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93666" y="5143500"/>
            <a:ext cx="2394339" cy="4114800"/>
          </a:xfrm>
          <a:custGeom>
            <a:avLst/>
            <a:gdLst/>
            <a:ahLst/>
            <a:cxnLst/>
            <a:rect l="l" t="t" r="r" b="b"/>
            <a:pathLst>
              <a:path w="2394339" h="4114800">
                <a:moveTo>
                  <a:pt x="0" y="0"/>
                </a:moveTo>
                <a:lnTo>
                  <a:pt x="2394340" y="0"/>
                </a:lnTo>
                <a:lnTo>
                  <a:pt x="23943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78393" y="8526995"/>
            <a:ext cx="2931214" cy="1695106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4" y="0"/>
                </a:lnTo>
                <a:lnTo>
                  <a:pt x="58029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0"/>
          <p:cNvSpPr/>
          <p:nvPr/>
        </p:nvSpPr>
        <p:spPr>
          <a:xfrm>
            <a:off x="16168419" y="8530459"/>
            <a:ext cx="2931214" cy="1695106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4" y="0"/>
                </a:lnTo>
                <a:lnTo>
                  <a:pt x="58029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0"/>
          <p:cNvSpPr/>
          <p:nvPr/>
        </p:nvSpPr>
        <p:spPr>
          <a:xfrm>
            <a:off x="-408434" y="8526995"/>
            <a:ext cx="2931214" cy="1695106"/>
          </a:xfrm>
          <a:custGeom>
            <a:avLst/>
            <a:gdLst/>
            <a:ahLst/>
            <a:cxnLst/>
            <a:rect l="l" t="t" r="r" b="b"/>
            <a:pathLst>
              <a:path w="5802923" h="4114800">
                <a:moveTo>
                  <a:pt x="0" y="0"/>
                </a:moveTo>
                <a:lnTo>
                  <a:pt x="5802924" y="0"/>
                </a:lnTo>
                <a:lnTo>
                  <a:pt x="58029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6"/>
          <p:cNvSpPr txBox="1"/>
          <p:nvPr/>
        </p:nvSpPr>
        <p:spPr>
          <a:xfrm>
            <a:off x="3391117" y="3715979"/>
            <a:ext cx="11878971" cy="2776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30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600" b="0" i="0" u="none" strike="noStrike" kern="1200" cap="none" spc="0" normalizeH="0" baseline="0" noProof="0">
                <a:ln>
                  <a:noFill/>
                </a:ln>
                <a:solidFill>
                  <a:srgbClr val="07545E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Stella"/>
                <a:sym typeface="Stella"/>
              </a:rPr>
              <a:t>THANKS</a:t>
            </a:r>
            <a:endParaRPr kumimoji="0" lang="en-US" sz="16600" b="0" i="0" u="none" strike="noStrike" kern="1200" cap="none" spc="0" normalizeH="0" baseline="0" noProof="0">
              <a:ln>
                <a:noFill/>
              </a:ln>
              <a:solidFill>
                <a:srgbClr val="07545E"/>
              </a:solidFill>
              <a:effectLst/>
              <a:uLnTx/>
              <a:uFillTx/>
              <a:latin typeface="Source Sans Pro Black" panose="020B0803030403020204" pitchFamily="34" charset="0"/>
              <a:ea typeface="Source Sans Pro Black" panose="020B0803030403020204" pitchFamily="34" charset="0"/>
              <a:cs typeface="Stella"/>
              <a:sym typeface="Stella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861168" y="985189"/>
            <a:ext cx="14565664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WPS Presentation</Application>
  <PresentationFormat>Custom</PresentationFormat>
  <Paragraphs>348</Paragraphs>
  <Slides>14</Slides>
  <Notes>0</Notes>
  <HiddenSlides>0</HiddenSlides>
  <MMClips>10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51" baseType="lpstr">
      <vt:lpstr>Arial</vt:lpstr>
      <vt:lpstr>SimSun</vt:lpstr>
      <vt:lpstr>Wingdings</vt:lpstr>
      <vt:lpstr>Source Sans Pro Black</vt:lpstr>
      <vt:lpstr>Stella</vt:lpstr>
      <vt:lpstr>Segoe Print</vt:lpstr>
      <vt:lpstr>Open Sans</vt:lpstr>
      <vt:lpstr>Balmy</vt:lpstr>
      <vt:lpstr>Open Sans ExtraBold</vt:lpstr>
      <vt:lpstr>Calibri</vt:lpstr>
      <vt:lpstr>Microsoft YaHei</vt:lpstr>
      <vt:lpstr>Arial Unicode MS</vt:lpstr>
      <vt:lpstr>Bauhaus 93</vt:lpstr>
      <vt:lpstr>Bodoni MT Black</vt:lpstr>
      <vt:lpstr>Blackadder ITC</vt:lpstr>
      <vt:lpstr>Brush Script MT</vt:lpstr>
      <vt:lpstr>Arial Black</vt:lpstr>
      <vt:lpstr>Franklin Gothic Heavy</vt:lpstr>
      <vt:lpstr>Britannic Bold</vt:lpstr>
      <vt:lpstr>Bookshelf Symbol 7</vt:lpstr>
      <vt:lpstr>Cambria</vt:lpstr>
      <vt:lpstr>Times New Roman</vt:lpstr>
      <vt:lpstr>Eras Light ITC</vt:lpstr>
      <vt:lpstr>Eras Medium ITC</vt:lpstr>
      <vt:lpstr>Franklin Gothic Book</vt:lpstr>
      <vt:lpstr>Forte</vt:lpstr>
      <vt:lpstr>Franklin Gothic Demi Cond</vt:lpstr>
      <vt:lpstr>Rockwell Condensed</vt:lpstr>
      <vt:lpstr>Segoe UI Variable Display Light</vt:lpstr>
      <vt:lpstr>Segoe UI Variable Display Semibold</vt:lpstr>
      <vt:lpstr>Snap ITC</vt:lpstr>
      <vt:lpstr>Sitka Subheading Semibold</vt:lpstr>
      <vt:lpstr>Sitka Text Semibold</vt:lpstr>
      <vt:lpstr>Stencil</vt:lpstr>
      <vt:lpstr>Sitka Text</vt:lpstr>
      <vt:lpstr>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HỘP SỐ BÍ ẨN</dc:title>
  <dc:creator>user</dc:creator>
  <cp:lastModifiedBy>Phạm Thị Minh Tâm</cp:lastModifiedBy>
  <cp:revision>18</cp:revision>
  <dcterms:created xsi:type="dcterms:W3CDTF">2006-08-16T00:00:00Z</dcterms:created>
  <dcterms:modified xsi:type="dcterms:W3CDTF">2026-09-12T15:10:28Z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18D792CECB424E359EC67FF8998CB5E9_13</vt:lpwstr>
  </property>
</Properties>
</file>